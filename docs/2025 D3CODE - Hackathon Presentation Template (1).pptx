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 id="214748369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8" roundtripDataSignature="AMtx7mjVoFn6Ewsm2BzUXbuROqtlqWMNf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23F975B-788E-4566-A0C3-56C9AED315A6}">
  <a:tblStyle styleId="{623F975B-788E-4566-A0C3-56C9AED315A6}" styleName="Table_0">
    <a:wholeTbl>
      <a:tcTxStyle b="off" i="off">
        <a:font>
          <a:latin typeface="Arial"/>
          <a:ea typeface="Arial"/>
          <a:cs typeface="Arial"/>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0" lIns="0" spcFirstLastPara="1" rIns="0" wrap="square" tIns="0">
            <a:noAutofit/>
          </a:bodyPr>
          <a:lstStyle>
            <a:lvl1pPr indent="-304800" lvl="0" marL="457200" marR="0" rtl="0" algn="l">
              <a:spcBef>
                <a:spcPts val="6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1pPr>
            <a:lvl2pPr indent="-304800" lvl="1" marL="9144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04800" lvl="5" marL="27432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6pPr>
            <a:lvl7pPr indent="-304800" lvl="6" marL="32004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7pPr>
            <a:lvl8pPr indent="-304800" lvl="7" marL="36576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8pPr>
            <a:lvl9pPr indent="-304800" lvl="8" marL="4114800" marR="0" rtl="0" algn="l">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notes"/>
          <p:cNvSpPr txBox="1"/>
          <p:nvPr>
            <p:ph idx="1" type="body"/>
          </p:nvPr>
        </p:nvSpPr>
        <p:spPr>
          <a:xfrm>
            <a:off x="685800" y="4400550"/>
            <a:ext cx="5486400" cy="3600450"/>
          </a:xfrm>
          <a:prstGeom prst="rect">
            <a:avLst/>
          </a:prstGeom>
        </p:spPr>
        <p:txBody>
          <a:bodyPr anchorCtr="0" anchor="t" bIns="0" lIns="0" spcFirstLastPara="1" rIns="0" wrap="square" tIns="0">
            <a:noAutofit/>
          </a:bodyPr>
          <a:lstStyle/>
          <a:p>
            <a:pPr indent="0" lvl="0" marL="0" rtl="0" algn="l">
              <a:spcBef>
                <a:spcPts val="600"/>
              </a:spcBef>
              <a:spcAft>
                <a:spcPts val="0"/>
              </a:spcAft>
              <a:buNone/>
            </a:pPr>
            <a:r>
              <a:t/>
            </a:r>
            <a:endParaRPr/>
          </a:p>
        </p:txBody>
      </p:sp>
      <p:sp>
        <p:nvSpPr>
          <p:cNvPr id="300" name="Google Shape;30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2:notes"/>
          <p:cNvSpPr txBox="1"/>
          <p:nvPr>
            <p:ph idx="1" type="body"/>
          </p:nvPr>
        </p:nvSpPr>
        <p:spPr>
          <a:xfrm>
            <a:off x="685800" y="4400550"/>
            <a:ext cx="5486400" cy="3600450"/>
          </a:xfrm>
          <a:prstGeom prst="rect">
            <a:avLst/>
          </a:prstGeom>
          <a:noFill/>
          <a:ln>
            <a:noFill/>
          </a:ln>
        </p:spPr>
        <p:txBody>
          <a:bodyPr anchorCtr="0" anchor="t" bIns="0" lIns="0" spcFirstLastPara="1" rIns="0" wrap="square" tIns="0">
            <a:noAutofit/>
          </a:bodyPr>
          <a:lstStyle/>
          <a:p>
            <a:pPr indent="-106679" lvl="0" marL="182880" rtl="0" algn="l">
              <a:spcBef>
                <a:spcPts val="0"/>
              </a:spcBef>
              <a:spcAft>
                <a:spcPts val="0"/>
              </a:spcAft>
              <a:buClr>
                <a:schemeClr val="dk1"/>
              </a:buClr>
              <a:buSzPts val="1200"/>
              <a:buNone/>
            </a:pPr>
            <a:r>
              <a:t/>
            </a:r>
            <a:endParaRPr/>
          </a:p>
        </p:txBody>
      </p:sp>
      <p:sp>
        <p:nvSpPr>
          <p:cNvPr id="309" name="Google Shape;30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3:notes"/>
          <p:cNvSpPr txBox="1"/>
          <p:nvPr>
            <p:ph idx="1" type="body"/>
          </p:nvPr>
        </p:nvSpPr>
        <p:spPr>
          <a:xfrm>
            <a:off x="685800" y="4400550"/>
            <a:ext cx="5486400" cy="3600450"/>
          </a:xfrm>
          <a:prstGeom prst="rect">
            <a:avLst/>
          </a:prstGeom>
        </p:spPr>
        <p:txBody>
          <a:bodyPr anchorCtr="0" anchor="t" bIns="0" lIns="0" spcFirstLastPara="1" rIns="0" wrap="square" tIns="0">
            <a:noAutofit/>
          </a:bodyPr>
          <a:lstStyle/>
          <a:p>
            <a:pPr indent="0" lvl="0" marL="0" rtl="0" algn="l">
              <a:spcBef>
                <a:spcPts val="600"/>
              </a:spcBef>
              <a:spcAft>
                <a:spcPts val="0"/>
              </a:spcAft>
              <a:buNone/>
            </a:pPr>
            <a:r>
              <a:t/>
            </a:r>
            <a:endParaRPr/>
          </a:p>
        </p:txBody>
      </p:sp>
      <p:sp>
        <p:nvSpPr>
          <p:cNvPr id="322" name="Google Shape;32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p4:notes"/>
          <p:cNvSpPr txBox="1"/>
          <p:nvPr>
            <p:ph idx="1" type="body"/>
          </p:nvPr>
        </p:nvSpPr>
        <p:spPr>
          <a:xfrm>
            <a:off x="685800" y="4400550"/>
            <a:ext cx="5486400" cy="3600450"/>
          </a:xfrm>
          <a:prstGeom prst="rect">
            <a:avLst/>
          </a:prstGeom>
          <a:noFill/>
          <a:ln>
            <a:noFill/>
          </a:ln>
        </p:spPr>
        <p:txBody>
          <a:bodyPr anchorCtr="0" anchor="t" bIns="0" lIns="0" spcFirstLastPara="1" rIns="0" wrap="square" tIns="0">
            <a:noAutofit/>
          </a:bodyPr>
          <a:lstStyle/>
          <a:p>
            <a:pPr indent="-182880" lvl="0" marL="182880" rtl="0" algn="l">
              <a:spcBef>
                <a:spcPts val="0"/>
              </a:spcBef>
              <a:spcAft>
                <a:spcPts val="0"/>
              </a:spcAft>
              <a:buClr>
                <a:schemeClr val="dk1"/>
              </a:buClr>
              <a:buSzPts val="1200"/>
              <a:buChar char="•"/>
            </a:pPr>
            <a:r>
              <a:rPr b="1" lang="en-US"/>
              <a:t>Grover's Algorithm for Patient Priority Optimization</a:t>
            </a:r>
            <a:endParaRPr/>
          </a:p>
          <a:p>
            <a:pPr indent="-182880" lvl="0" marL="182880" rtl="0" algn="l">
              <a:spcBef>
                <a:spcPts val="600"/>
              </a:spcBef>
              <a:spcAft>
                <a:spcPts val="0"/>
              </a:spcAft>
              <a:buClr>
                <a:schemeClr val="dk1"/>
              </a:buClr>
              <a:buSzPts val="1200"/>
              <a:buChar char="•"/>
            </a:pPr>
            <a:r>
              <a:rPr b="1" lang="en-US"/>
              <a:t>Purpose</a:t>
            </a:r>
            <a:r>
              <a:rPr lang="en-US"/>
              <a:t>: Uses quantum computing principles to efficiently find high-priority patients in the queue, providing exponential speedup over classical search algorithms.</a:t>
            </a:r>
            <a:r>
              <a:rPr b="1" lang="en-US"/>
              <a:t>Algorithm Implementation:</a:t>
            </a:r>
            <a:endParaRPr/>
          </a:p>
          <a:p>
            <a:pPr indent="-182880" lvl="0" marL="182880" rtl="0" algn="l">
              <a:spcBef>
                <a:spcPts val="600"/>
              </a:spcBef>
              <a:spcAft>
                <a:spcPts val="0"/>
              </a:spcAft>
              <a:buClr>
                <a:schemeClr val="dk1"/>
              </a:buClr>
              <a:buSzPts val="1200"/>
              <a:buChar char="•"/>
            </a:pPr>
            <a:r>
              <a:rPr b="1" lang="en-US"/>
              <a:t>1. Quantum State Preparation</a:t>
            </a:r>
            <a:r>
              <a:rPr lang="en-US"/>
              <a:t>:</a:t>
            </a:r>
            <a:r>
              <a:rPr b="1" lang="en-US"/>
              <a:t>N Qubits</a:t>
            </a:r>
            <a:r>
              <a:rPr lang="en-US"/>
              <a:t>: Represents N patients in the queue (log₂(N) qubits)</a:t>
            </a:r>
            <a:endParaRPr/>
          </a:p>
          <a:p>
            <a:pPr indent="-182880" lvl="0" marL="182880" rtl="0" algn="l">
              <a:spcBef>
                <a:spcPts val="600"/>
              </a:spcBef>
              <a:spcAft>
                <a:spcPts val="0"/>
              </a:spcAft>
              <a:buClr>
                <a:schemeClr val="dk1"/>
              </a:buClr>
              <a:buSzPts val="1200"/>
              <a:buChar char="•"/>
            </a:pPr>
            <a:r>
              <a:rPr b="1" lang="en-US"/>
              <a:t>Superposition</a:t>
            </a:r>
            <a:r>
              <a:rPr lang="en-US"/>
              <a:t>: All patients start in equal superposition state</a:t>
            </a:r>
            <a:endParaRPr/>
          </a:p>
          <a:p>
            <a:pPr indent="-182880" lvl="0" marL="182880" rtl="0" algn="l">
              <a:spcBef>
                <a:spcPts val="600"/>
              </a:spcBef>
              <a:spcAft>
                <a:spcPts val="0"/>
              </a:spcAft>
              <a:buClr>
                <a:schemeClr val="dk1"/>
              </a:buClr>
              <a:buSzPts val="1200"/>
              <a:buChar char="•"/>
            </a:pPr>
            <a:r>
              <a:rPr b="1" lang="en-US"/>
              <a:t>Marked States</a:t>
            </a:r>
            <a:r>
              <a:rPr lang="en-US"/>
              <a:t>: High-priority patients are "marked" based on severity scores</a:t>
            </a:r>
            <a:endParaRPr/>
          </a:p>
          <a:p>
            <a:pPr indent="-182880" lvl="0" marL="182880" rtl="0" algn="l">
              <a:spcBef>
                <a:spcPts val="600"/>
              </a:spcBef>
              <a:spcAft>
                <a:spcPts val="0"/>
              </a:spcAft>
              <a:buClr>
                <a:schemeClr val="dk1"/>
              </a:buClr>
              <a:buSzPts val="1200"/>
              <a:buChar char="•"/>
            </a:pPr>
            <a:r>
              <a:rPr b="1" lang="en-US"/>
              <a:t>2. Grover Iterations</a:t>
            </a:r>
            <a:r>
              <a:rPr lang="en-US"/>
              <a:t>:</a:t>
            </a:r>
            <a:r>
              <a:rPr b="1" lang="en-US"/>
              <a:t>Oracle Function</a:t>
            </a:r>
            <a:r>
              <a:rPr lang="en-US"/>
              <a:t>: Identifies high-priority patients (severity &gt; 7, emergency cases, critical conditions)</a:t>
            </a:r>
            <a:endParaRPr/>
          </a:p>
          <a:p>
            <a:pPr indent="-182880" lvl="0" marL="182880" rtl="0" algn="l">
              <a:spcBef>
                <a:spcPts val="600"/>
              </a:spcBef>
              <a:spcAft>
                <a:spcPts val="0"/>
              </a:spcAft>
              <a:buClr>
                <a:schemeClr val="dk1"/>
              </a:buClr>
              <a:buSzPts val="1200"/>
              <a:buChar char="•"/>
            </a:pPr>
            <a:r>
              <a:rPr b="1" lang="en-US"/>
              <a:t>Diffusion Operator</a:t>
            </a:r>
            <a:r>
              <a:rPr lang="en-US"/>
              <a:t>: Amplifies the probability of marked states</a:t>
            </a:r>
            <a:endParaRPr/>
          </a:p>
          <a:p>
            <a:pPr indent="-182880" lvl="0" marL="182880" rtl="0" algn="l">
              <a:spcBef>
                <a:spcPts val="600"/>
              </a:spcBef>
              <a:spcAft>
                <a:spcPts val="0"/>
              </a:spcAft>
              <a:buClr>
                <a:schemeClr val="dk1"/>
              </a:buClr>
              <a:buSzPts val="1200"/>
              <a:buChar char="•"/>
            </a:pPr>
            <a:r>
              <a:rPr b="1" lang="en-US"/>
              <a:t>Optimal Iterations</a:t>
            </a:r>
            <a:r>
              <a:rPr lang="en-US"/>
              <a:t>: √N iterations for maximum success probability</a:t>
            </a:r>
            <a:endParaRPr/>
          </a:p>
          <a:p>
            <a:pPr indent="-106679" lvl="0" marL="182880" rtl="0" algn="l">
              <a:spcBef>
                <a:spcPts val="600"/>
              </a:spcBef>
              <a:spcAft>
                <a:spcPts val="0"/>
              </a:spcAft>
              <a:buClr>
                <a:schemeClr val="dk1"/>
              </a:buClr>
              <a:buSzPts val="1200"/>
              <a:buNone/>
            </a:pPr>
            <a:r>
              <a:t/>
            </a:r>
            <a:endParaRPr/>
          </a:p>
          <a:p>
            <a:pPr indent="-106679" lvl="0" marL="182880" rtl="0" algn="l">
              <a:spcBef>
                <a:spcPts val="600"/>
              </a:spcBef>
              <a:spcAft>
                <a:spcPts val="0"/>
              </a:spcAft>
              <a:buClr>
                <a:schemeClr val="dk1"/>
              </a:buClr>
              <a:buSzPts val="1200"/>
              <a:buNone/>
            </a:pPr>
            <a:r>
              <a:t/>
            </a:r>
            <a:endParaRPr/>
          </a:p>
          <a:p>
            <a:pPr indent="-106679" lvl="0" marL="182880" rtl="0" algn="l">
              <a:spcBef>
                <a:spcPts val="600"/>
              </a:spcBef>
              <a:spcAft>
                <a:spcPts val="0"/>
              </a:spcAft>
              <a:buClr>
                <a:schemeClr val="dk1"/>
              </a:buClr>
              <a:buSzPts val="1200"/>
              <a:buNone/>
            </a:pPr>
            <a:r>
              <a:t/>
            </a:r>
            <a:endParaRPr/>
          </a:p>
          <a:p>
            <a:pPr indent="-106679" lvl="0" marL="182880" rtl="0" algn="l">
              <a:spcBef>
                <a:spcPts val="600"/>
              </a:spcBef>
              <a:spcAft>
                <a:spcPts val="0"/>
              </a:spcAft>
              <a:buClr>
                <a:schemeClr val="dk1"/>
              </a:buClr>
              <a:buSzPts val="1200"/>
              <a:buNone/>
            </a:pPr>
            <a:r>
              <a:t/>
            </a:r>
            <a:endParaRPr/>
          </a:p>
          <a:p>
            <a:pPr indent="-182880" lvl="0" marL="182880" rtl="0" algn="l">
              <a:spcBef>
                <a:spcPts val="600"/>
              </a:spcBef>
              <a:spcAft>
                <a:spcPts val="0"/>
              </a:spcAft>
              <a:buClr>
                <a:schemeClr val="dk1"/>
              </a:buClr>
              <a:buSzPts val="1200"/>
              <a:buChar char="•"/>
            </a:pPr>
            <a:r>
              <a:rPr lang="en-US"/>
              <a:t>Data: </a:t>
            </a:r>
            <a:endParaRPr/>
          </a:p>
          <a:p>
            <a:pPr indent="-182880" lvl="0" marL="182880" rtl="0" algn="l">
              <a:spcBef>
                <a:spcPts val="600"/>
              </a:spcBef>
              <a:spcAft>
                <a:spcPts val="0"/>
              </a:spcAft>
              <a:buClr>
                <a:schemeClr val="dk1"/>
              </a:buClr>
              <a:buSzPts val="1200"/>
              <a:buChar char="•"/>
            </a:pPr>
            <a:r>
              <a:rPr b="1" lang="en-US"/>
              <a:t>1. Forecasting Dataset (720 records)</a:t>
            </a:r>
            <a:endParaRPr/>
          </a:p>
          <a:p>
            <a:pPr indent="-182880" lvl="0" marL="182880" rtl="0" algn="l">
              <a:spcBef>
                <a:spcPts val="600"/>
              </a:spcBef>
              <a:spcAft>
                <a:spcPts val="0"/>
              </a:spcAft>
              <a:buClr>
                <a:schemeClr val="dk1"/>
              </a:buClr>
              <a:buSzPts val="1200"/>
              <a:buChar char="•"/>
            </a:pPr>
            <a:r>
              <a:rPr b="1" lang="en-US"/>
              <a:t>File</a:t>
            </a:r>
            <a:r>
              <a:rPr lang="en-US"/>
              <a:t>: </a:t>
            </a:r>
            <a:r>
              <a:rPr lang="en-US" sz="1200">
                <a:solidFill>
                  <a:schemeClr val="dk1"/>
                </a:solidFill>
                <a:latin typeface="Arial"/>
                <a:ea typeface="Arial"/>
                <a:cs typeface="Arial"/>
                <a:sym typeface="Arial"/>
              </a:rPr>
              <a:t>forecasting_dataset.csv</a:t>
            </a:r>
            <a:r>
              <a:rPr b="1" lang="en-US"/>
              <a:t>Purpose</a:t>
            </a:r>
            <a:r>
              <a:rPr lang="en-US"/>
              <a:t>: Historical healthcare data for appointment optimization</a:t>
            </a:r>
            <a:r>
              <a:rPr b="1" lang="en-US"/>
              <a:t>Columns</a:t>
            </a:r>
            <a:r>
              <a:rPr lang="en-US"/>
              <a:t>:</a:t>
            </a:r>
            <a:r>
              <a:rPr lang="en-US" sz="1200">
                <a:solidFill>
                  <a:schemeClr val="dk1"/>
                </a:solidFill>
                <a:latin typeface="Arial"/>
                <a:ea typeface="Arial"/>
                <a:cs typeface="Arial"/>
                <a:sym typeface="Arial"/>
              </a:rPr>
              <a:t>date</a:t>
            </a:r>
            <a:r>
              <a:rPr lang="en-US"/>
              <a:t>: Date of observation</a:t>
            </a:r>
            <a:endParaRPr/>
          </a:p>
          <a:p>
            <a:pPr indent="-182880" lvl="0" marL="182880" rtl="0" algn="l">
              <a:spcBef>
                <a:spcPts val="600"/>
              </a:spcBef>
              <a:spcAft>
                <a:spcPts val="0"/>
              </a:spcAft>
              <a:buClr>
                <a:schemeClr val="dk1"/>
              </a:buClr>
              <a:buSzPts val="1200"/>
              <a:buChar char="•"/>
            </a:pPr>
            <a:r>
              <a:rPr lang="en-US" sz="1200">
                <a:solidFill>
                  <a:schemeClr val="dk1"/>
                </a:solidFill>
                <a:latin typeface="Arial"/>
                <a:ea typeface="Arial"/>
                <a:cs typeface="Arial"/>
                <a:sym typeface="Arial"/>
              </a:rPr>
              <a:t>hour</a:t>
            </a:r>
            <a:r>
              <a:rPr lang="en-US"/>
              <a:t>: Hour of day (0-23)</a:t>
            </a:r>
            <a:endParaRPr/>
          </a:p>
          <a:p>
            <a:pPr indent="-182880" lvl="0" marL="182880" rtl="0" algn="l">
              <a:spcBef>
                <a:spcPts val="600"/>
              </a:spcBef>
              <a:spcAft>
                <a:spcPts val="0"/>
              </a:spcAft>
              <a:buClr>
                <a:schemeClr val="dk1"/>
              </a:buClr>
              <a:buSzPts val="1200"/>
              <a:buChar char="•"/>
            </a:pPr>
            <a:r>
              <a:rPr lang="en-US" sz="1200">
                <a:solidFill>
                  <a:schemeClr val="dk1"/>
                </a:solidFill>
                <a:latin typeface="Arial"/>
                <a:ea typeface="Arial"/>
                <a:cs typeface="Arial"/>
                <a:sym typeface="Arial"/>
              </a:rPr>
              <a:t>patients_arrived</a:t>
            </a:r>
            <a:r>
              <a:rPr lang="en-US"/>
              <a:t>: Number of patients arriving</a:t>
            </a:r>
            <a:endParaRPr/>
          </a:p>
          <a:p>
            <a:pPr indent="-182880" lvl="0" marL="182880" rtl="0" algn="l">
              <a:spcBef>
                <a:spcPts val="600"/>
              </a:spcBef>
              <a:spcAft>
                <a:spcPts val="0"/>
              </a:spcAft>
              <a:buClr>
                <a:schemeClr val="dk1"/>
              </a:buClr>
              <a:buSzPts val="1200"/>
              <a:buChar char="•"/>
            </a:pPr>
            <a:r>
              <a:rPr lang="en-US" sz="1200">
                <a:solidFill>
                  <a:schemeClr val="dk1"/>
                </a:solidFill>
                <a:latin typeface="Arial"/>
                <a:ea typeface="Arial"/>
                <a:cs typeface="Arial"/>
                <a:sym typeface="Arial"/>
              </a:rPr>
              <a:t>flu_cases</a:t>
            </a:r>
            <a:r>
              <a:rPr lang="en-US"/>
              <a:t>: Seasonal flu case count</a:t>
            </a:r>
            <a:endParaRPr/>
          </a:p>
          <a:p>
            <a:pPr indent="-182880" lvl="0" marL="182880" rtl="0" algn="l">
              <a:spcBef>
                <a:spcPts val="600"/>
              </a:spcBef>
              <a:spcAft>
                <a:spcPts val="0"/>
              </a:spcAft>
              <a:buClr>
                <a:schemeClr val="dk1"/>
              </a:buClr>
              <a:buSzPts val="1200"/>
              <a:buChar char="•"/>
            </a:pPr>
            <a:r>
              <a:rPr lang="en-US" sz="1200">
                <a:solidFill>
                  <a:schemeClr val="dk1"/>
                </a:solidFill>
                <a:latin typeface="Arial"/>
                <a:ea typeface="Arial"/>
                <a:cs typeface="Arial"/>
                <a:sym typeface="Arial"/>
              </a:rPr>
              <a:t>staff_on_duty</a:t>
            </a:r>
            <a:r>
              <a:rPr lang="en-US"/>
              <a:t>: Available staff members</a:t>
            </a:r>
            <a:endParaRPr/>
          </a:p>
          <a:p>
            <a:pPr indent="-182880" lvl="0" marL="182880" rtl="0" algn="l">
              <a:spcBef>
                <a:spcPts val="600"/>
              </a:spcBef>
              <a:spcAft>
                <a:spcPts val="0"/>
              </a:spcAft>
              <a:buClr>
                <a:schemeClr val="dk1"/>
              </a:buClr>
              <a:buSzPts val="1200"/>
              <a:buChar char="•"/>
            </a:pPr>
            <a:r>
              <a:rPr b="1" lang="en-US"/>
              <a:t>Usage</a:t>
            </a:r>
            <a:r>
              <a:rPr lang="en-US"/>
              <a:t>: Trains models to predict patient arrival patterns, seasonal disease burden, and optimal appointment times.</a:t>
            </a:r>
            <a:br>
              <a:rPr lang="en-US"/>
            </a:br>
            <a:endParaRPr/>
          </a:p>
          <a:p>
            <a:pPr indent="-182880" lvl="0" marL="182880" rtl="0" algn="l">
              <a:spcBef>
                <a:spcPts val="600"/>
              </a:spcBef>
              <a:spcAft>
                <a:spcPts val="0"/>
              </a:spcAft>
              <a:buClr>
                <a:schemeClr val="dk1"/>
              </a:buClr>
              <a:buSzPts val="1200"/>
              <a:buChar char="•"/>
            </a:pPr>
            <a:r>
              <a:rPr b="1" lang="en-US"/>
              <a:t>2. Patient Queue Dataset (40 records)</a:t>
            </a:r>
            <a:endParaRPr/>
          </a:p>
          <a:p>
            <a:pPr indent="-182880" lvl="0" marL="182880" rtl="0" algn="l">
              <a:spcBef>
                <a:spcPts val="600"/>
              </a:spcBef>
              <a:spcAft>
                <a:spcPts val="0"/>
              </a:spcAft>
              <a:buClr>
                <a:schemeClr val="dk1"/>
              </a:buClr>
              <a:buSzPts val="1200"/>
              <a:buChar char="•"/>
            </a:pPr>
            <a:r>
              <a:rPr b="1" lang="en-US"/>
              <a:t>File</a:t>
            </a:r>
            <a:r>
              <a:rPr lang="en-US"/>
              <a:t>: </a:t>
            </a:r>
            <a:r>
              <a:rPr lang="en-US" sz="1200">
                <a:solidFill>
                  <a:schemeClr val="dk1"/>
                </a:solidFill>
                <a:latin typeface="Arial"/>
                <a:ea typeface="Arial"/>
                <a:cs typeface="Arial"/>
                <a:sym typeface="Arial"/>
              </a:rPr>
              <a:t>patient_queue_dataset.csv</a:t>
            </a:r>
            <a:r>
              <a:rPr b="1" lang="en-US"/>
              <a:t>Purpose</a:t>
            </a:r>
            <a:r>
              <a:rPr lang="en-US"/>
              <a:t>: Real-time patient queue simulation for quantum scheduling</a:t>
            </a:r>
            <a:r>
              <a:rPr b="1" lang="en-US"/>
              <a:t>Columns</a:t>
            </a:r>
            <a:r>
              <a:rPr lang="en-US"/>
              <a:t>:</a:t>
            </a:r>
            <a:r>
              <a:rPr lang="en-US" sz="1200">
                <a:solidFill>
                  <a:schemeClr val="dk1"/>
                </a:solidFill>
                <a:latin typeface="Arial"/>
                <a:ea typeface="Arial"/>
                <a:cs typeface="Arial"/>
                <a:sym typeface="Arial"/>
              </a:rPr>
              <a:t>patient_id</a:t>
            </a:r>
            <a:r>
              <a:rPr lang="en-US"/>
              <a:t>: Unique patient identifier</a:t>
            </a:r>
            <a:endParaRPr/>
          </a:p>
          <a:p>
            <a:pPr indent="-182880" lvl="0" marL="182880" rtl="0" algn="l">
              <a:spcBef>
                <a:spcPts val="600"/>
              </a:spcBef>
              <a:spcAft>
                <a:spcPts val="0"/>
              </a:spcAft>
              <a:buClr>
                <a:schemeClr val="dk1"/>
              </a:buClr>
              <a:buSzPts val="1200"/>
              <a:buChar char="•"/>
            </a:pPr>
            <a:r>
              <a:rPr lang="en-US" sz="1200">
                <a:solidFill>
                  <a:schemeClr val="dk1"/>
                </a:solidFill>
                <a:latin typeface="Arial"/>
                <a:ea typeface="Arial"/>
                <a:cs typeface="Arial"/>
                <a:sym typeface="Arial"/>
              </a:rPr>
              <a:t>arrival_time</a:t>
            </a:r>
            <a:r>
              <a:rPr lang="en-US"/>
              <a:t>: Time of arrival</a:t>
            </a:r>
            <a:endParaRPr/>
          </a:p>
          <a:p>
            <a:pPr indent="-182880" lvl="0" marL="182880" rtl="0" algn="l">
              <a:spcBef>
                <a:spcPts val="600"/>
              </a:spcBef>
              <a:spcAft>
                <a:spcPts val="0"/>
              </a:spcAft>
              <a:buClr>
                <a:schemeClr val="dk1"/>
              </a:buClr>
              <a:buSzPts val="1200"/>
              <a:buChar char="•"/>
            </a:pPr>
            <a:r>
              <a:rPr lang="en-US" sz="1200">
                <a:solidFill>
                  <a:schemeClr val="dk1"/>
                </a:solidFill>
                <a:latin typeface="Arial"/>
                <a:ea typeface="Arial"/>
                <a:cs typeface="Arial"/>
                <a:sym typeface="Arial"/>
              </a:rPr>
              <a:t>severity_score</a:t>
            </a:r>
            <a:r>
              <a:rPr lang="en-US"/>
              <a:t>: Medical urgency score (1-10)</a:t>
            </a:r>
            <a:endParaRPr/>
          </a:p>
          <a:p>
            <a:pPr indent="-182880" lvl="0" marL="182880" rtl="0" algn="l">
              <a:spcBef>
                <a:spcPts val="600"/>
              </a:spcBef>
              <a:spcAft>
                <a:spcPts val="0"/>
              </a:spcAft>
              <a:buClr>
                <a:schemeClr val="dk1"/>
              </a:buClr>
              <a:buSzPts val="1200"/>
              <a:buChar char="•"/>
            </a:pPr>
            <a:r>
              <a:rPr lang="en-US" sz="1200">
                <a:solidFill>
                  <a:schemeClr val="dk1"/>
                </a:solidFill>
                <a:latin typeface="Arial"/>
                <a:ea typeface="Arial"/>
                <a:cs typeface="Arial"/>
                <a:sym typeface="Arial"/>
              </a:rPr>
              <a:t>department</a:t>
            </a:r>
            <a:r>
              <a:rPr lang="en-US"/>
              <a:t>: Medical department (ER, Cardiology, etc.)</a:t>
            </a:r>
            <a:endParaRPr/>
          </a:p>
          <a:p>
            <a:pPr indent="-182880" lvl="0" marL="182880" rtl="0" algn="l">
              <a:spcBef>
                <a:spcPts val="600"/>
              </a:spcBef>
              <a:spcAft>
                <a:spcPts val="0"/>
              </a:spcAft>
              <a:buClr>
                <a:schemeClr val="dk1"/>
              </a:buClr>
              <a:buSzPts val="1200"/>
              <a:buChar char="•"/>
            </a:pPr>
            <a:r>
              <a:rPr lang="en-US" sz="1200">
                <a:solidFill>
                  <a:schemeClr val="dk1"/>
                </a:solidFill>
                <a:latin typeface="Arial"/>
                <a:ea typeface="Arial"/>
                <a:cs typeface="Arial"/>
                <a:sym typeface="Arial"/>
              </a:rPr>
              <a:t>condition</a:t>
            </a:r>
            <a:r>
              <a:rPr lang="en-US"/>
              <a:t>: Patient condition description</a:t>
            </a:r>
            <a:endParaRPr/>
          </a:p>
          <a:p>
            <a:pPr indent="-182880" lvl="0" marL="182880" rtl="0" algn="l">
              <a:spcBef>
                <a:spcPts val="600"/>
              </a:spcBef>
              <a:spcAft>
                <a:spcPts val="0"/>
              </a:spcAft>
              <a:buClr>
                <a:schemeClr val="dk1"/>
              </a:buClr>
              <a:buSzPts val="1200"/>
              <a:buChar char="•"/>
            </a:pPr>
            <a:r>
              <a:rPr lang="en-US" sz="1200">
                <a:solidFill>
                  <a:schemeClr val="dk1"/>
                </a:solidFill>
                <a:latin typeface="Arial"/>
                <a:ea typeface="Arial"/>
                <a:cs typeface="Arial"/>
                <a:sym typeface="Arial"/>
              </a:rPr>
              <a:t>doctor_needed</a:t>
            </a:r>
            <a:r>
              <a:rPr lang="en-US"/>
              <a:t>: Required specialist</a:t>
            </a:r>
            <a:endParaRPr/>
          </a:p>
          <a:p>
            <a:pPr indent="-182880" lvl="0" marL="182880" rtl="0" algn="l">
              <a:spcBef>
                <a:spcPts val="600"/>
              </a:spcBef>
              <a:spcAft>
                <a:spcPts val="0"/>
              </a:spcAft>
              <a:buClr>
                <a:schemeClr val="dk1"/>
              </a:buClr>
              <a:buSzPts val="1200"/>
              <a:buChar char="•"/>
            </a:pPr>
            <a:r>
              <a:rPr lang="en-US" sz="1200">
                <a:solidFill>
                  <a:schemeClr val="dk1"/>
                </a:solidFill>
                <a:latin typeface="Arial"/>
                <a:ea typeface="Arial"/>
                <a:cs typeface="Arial"/>
                <a:sym typeface="Arial"/>
              </a:rPr>
              <a:t>wait_time_minutes</a:t>
            </a:r>
            <a:r>
              <a:rPr lang="en-US"/>
              <a:t>: Current wait time</a:t>
            </a:r>
            <a:endParaRPr/>
          </a:p>
          <a:p>
            <a:pPr indent="-182880" lvl="0" marL="182880" rtl="0" algn="l">
              <a:spcBef>
                <a:spcPts val="600"/>
              </a:spcBef>
              <a:spcAft>
                <a:spcPts val="0"/>
              </a:spcAft>
              <a:buClr>
                <a:schemeClr val="dk1"/>
              </a:buClr>
              <a:buSzPts val="1200"/>
              <a:buChar char="•"/>
            </a:pPr>
            <a:r>
              <a:rPr lang="en-US" sz="1200">
                <a:solidFill>
                  <a:schemeClr val="dk1"/>
                </a:solidFill>
                <a:latin typeface="Arial"/>
                <a:ea typeface="Arial"/>
                <a:cs typeface="Arial"/>
                <a:sym typeface="Arial"/>
              </a:rPr>
              <a:t>priority_level</a:t>
            </a:r>
            <a:r>
              <a:rPr lang="en-US"/>
              <a:t>: Critical/High/Medium/Low</a:t>
            </a:r>
            <a:endParaRPr/>
          </a:p>
          <a:p>
            <a:pPr indent="-182880" lvl="0" marL="182880" rtl="0" algn="l">
              <a:spcBef>
                <a:spcPts val="600"/>
              </a:spcBef>
              <a:spcAft>
                <a:spcPts val="0"/>
              </a:spcAft>
              <a:buClr>
                <a:schemeClr val="dk1"/>
              </a:buClr>
              <a:buSzPts val="1200"/>
              <a:buChar char="•"/>
            </a:pPr>
            <a:r>
              <a:rPr lang="en-US" sz="1200">
                <a:solidFill>
                  <a:schemeClr val="dk1"/>
                </a:solidFill>
                <a:latin typeface="Arial"/>
                <a:ea typeface="Arial"/>
                <a:cs typeface="Arial"/>
                <a:sym typeface="Arial"/>
              </a:rPr>
              <a:t>is_emergency</a:t>
            </a:r>
            <a:r>
              <a:rPr lang="en-US"/>
              <a:t>: Emergency status flag</a:t>
            </a:r>
            <a:endParaRPr/>
          </a:p>
          <a:p>
            <a:pPr indent="-182880" lvl="0" marL="182880" rtl="0" algn="l">
              <a:spcBef>
                <a:spcPts val="600"/>
              </a:spcBef>
              <a:spcAft>
                <a:spcPts val="0"/>
              </a:spcAft>
              <a:buClr>
                <a:schemeClr val="dk1"/>
              </a:buClr>
              <a:buSzPts val="1200"/>
              <a:buChar char="•"/>
            </a:pPr>
            <a:r>
              <a:rPr b="1" lang="en-US"/>
              <a:t>Usage</a:t>
            </a:r>
            <a:r>
              <a:rPr lang="en-US"/>
              <a:t>: Provides realistic patient queue data for quantum algorithm testing and delay prediction.</a:t>
            </a:r>
            <a:endParaRPr/>
          </a:p>
          <a:p>
            <a:pPr indent="-106679" lvl="0" marL="182880" rtl="0" algn="l">
              <a:spcBef>
                <a:spcPts val="600"/>
              </a:spcBef>
              <a:spcAft>
                <a:spcPts val="0"/>
              </a:spcAft>
              <a:buClr>
                <a:schemeClr val="dk1"/>
              </a:buClr>
              <a:buSzPts val="1200"/>
              <a:buNone/>
            </a:pPr>
            <a:r>
              <a:t/>
            </a:r>
            <a:endParaRPr b="1"/>
          </a:p>
          <a:p>
            <a:pPr indent="-182880" lvl="0" marL="182880" rtl="0" algn="l">
              <a:spcBef>
                <a:spcPts val="600"/>
              </a:spcBef>
              <a:spcAft>
                <a:spcPts val="0"/>
              </a:spcAft>
              <a:buClr>
                <a:schemeClr val="dk1"/>
              </a:buClr>
              <a:buSzPts val="1200"/>
              <a:buChar char="•"/>
            </a:pPr>
            <a:r>
              <a:rPr b="1" lang="en-US"/>
              <a:t>3. OR Scheduling Dataset (50 records)</a:t>
            </a:r>
            <a:endParaRPr/>
          </a:p>
          <a:p>
            <a:pPr indent="-182880" lvl="0" marL="182880" rtl="0" algn="l">
              <a:spcBef>
                <a:spcPts val="600"/>
              </a:spcBef>
              <a:spcAft>
                <a:spcPts val="0"/>
              </a:spcAft>
              <a:buClr>
                <a:schemeClr val="dk1"/>
              </a:buClr>
              <a:buSzPts val="1200"/>
              <a:buChar char="•"/>
            </a:pPr>
            <a:r>
              <a:rPr b="1" lang="en-US"/>
              <a:t>File</a:t>
            </a:r>
            <a:r>
              <a:rPr lang="en-US"/>
              <a:t>: </a:t>
            </a:r>
            <a:r>
              <a:rPr lang="en-US" sz="1200">
                <a:solidFill>
                  <a:schemeClr val="dk1"/>
                </a:solidFill>
                <a:latin typeface="Arial"/>
                <a:ea typeface="Arial"/>
                <a:cs typeface="Arial"/>
                <a:sym typeface="Arial"/>
              </a:rPr>
              <a:t>or_scheduling_dataset.csv</a:t>
            </a:r>
            <a:r>
              <a:rPr b="1" lang="en-US"/>
              <a:t>Purpose</a:t>
            </a:r>
            <a:r>
              <a:rPr lang="en-US"/>
              <a:t>: Operating room scheduling and resource management</a:t>
            </a:r>
            <a:r>
              <a:rPr b="1" lang="en-US"/>
              <a:t>Columns</a:t>
            </a:r>
            <a:r>
              <a:rPr lang="en-US"/>
              <a:t>:</a:t>
            </a:r>
            <a:r>
              <a:rPr lang="en-US" sz="1200">
                <a:solidFill>
                  <a:schemeClr val="dk1"/>
                </a:solidFill>
                <a:latin typeface="Arial"/>
                <a:ea typeface="Arial"/>
                <a:cs typeface="Arial"/>
                <a:sym typeface="Arial"/>
              </a:rPr>
              <a:t>surgery_id</a:t>
            </a:r>
            <a:r>
              <a:rPr lang="en-US"/>
              <a:t>: Unique surgery identifier</a:t>
            </a:r>
            <a:endParaRPr/>
          </a:p>
          <a:p>
            <a:pPr indent="-182880" lvl="0" marL="182880" rtl="0" algn="l">
              <a:spcBef>
                <a:spcPts val="600"/>
              </a:spcBef>
              <a:spcAft>
                <a:spcPts val="0"/>
              </a:spcAft>
              <a:buClr>
                <a:schemeClr val="dk1"/>
              </a:buClr>
              <a:buSzPts val="1200"/>
              <a:buChar char="•"/>
            </a:pPr>
            <a:r>
              <a:rPr lang="en-US" sz="1200">
                <a:solidFill>
                  <a:schemeClr val="dk1"/>
                </a:solidFill>
                <a:latin typeface="Arial"/>
                <a:ea typeface="Arial"/>
                <a:cs typeface="Arial"/>
                <a:sym typeface="Arial"/>
              </a:rPr>
              <a:t>patient_id</a:t>
            </a:r>
            <a:r>
              <a:rPr lang="en-US"/>
              <a:t>: Patient identifier</a:t>
            </a:r>
            <a:endParaRPr/>
          </a:p>
          <a:p>
            <a:pPr indent="-182880" lvl="0" marL="182880" rtl="0" algn="l">
              <a:spcBef>
                <a:spcPts val="600"/>
              </a:spcBef>
              <a:spcAft>
                <a:spcPts val="0"/>
              </a:spcAft>
              <a:buClr>
                <a:schemeClr val="dk1"/>
              </a:buClr>
              <a:buSzPts val="1200"/>
              <a:buChar char="•"/>
            </a:pPr>
            <a:r>
              <a:rPr lang="en-US" sz="1200">
                <a:solidFill>
                  <a:schemeClr val="dk1"/>
                </a:solidFill>
                <a:latin typeface="Arial"/>
                <a:ea typeface="Arial"/>
                <a:cs typeface="Arial"/>
                <a:sym typeface="Arial"/>
              </a:rPr>
              <a:t>procedure</a:t>
            </a:r>
            <a:r>
              <a:rPr lang="en-US"/>
              <a:t>: Surgery type</a:t>
            </a:r>
            <a:endParaRPr/>
          </a:p>
          <a:p>
            <a:pPr indent="-182880" lvl="0" marL="182880" rtl="0" algn="l">
              <a:spcBef>
                <a:spcPts val="600"/>
              </a:spcBef>
              <a:spcAft>
                <a:spcPts val="0"/>
              </a:spcAft>
              <a:buClr>
                <a:schemeClr val="dk1"/>
              </a:buClr>
              <a:buSzPts val="1200"/>
              <a:buChar char="•"/>
            </a:pPr>
            <a:r>
              <a:rPr lang="en-US" sz="1200">
                <a:solidFill>
                  <a:schemeClr val="dk1"/>
                </a:solidFill>
                <a:latin typeface="Arial"/>
                <a:ea typeface="Arial"/>
                <a:cs typeface="Arial"/>
                <a:sym typeface="Arial"/>
              </a:rPr>
              <a:t>duration_min</a:t>
            </a:r>
            <a:r>
              <a:rPr lang="en-US"/>
              <a:t>: Estimated duration in minutes</a:t>
            </a:r>
            <a:endParaRPr/>
          </a:p>
          <a:p>
            <a:pPr indent="-182880" lvl="0" marL="182880" rtl="0" algn="l">
              <a:spcBef>
                <a:spcPts val="600"/>
              </a:spcBef>
              <a:spcAft>
                <a:spcPts val="0"/>
              </a:spcAft>
              <a:buClr>
                <a:schemeClr val="dk1"/>
              </a:buClr>
              <a:buSzPts val="1200"/>
              <a:buChar char="•"/>
            </a:pPr>
            <a:r>
              <a:rPr lang="en-US" sz="1200">
                <a:solidFill>
                  <a:schemeClr val="dk1"/>
                </a:solidFill>
                <a:latin typeface="Arial"/>
                <a:ea typeface="Arial"/>
                <a:cs typeface="Arial"/>
                <a:sym typeface="Arial"/>
              </a:rPr>
              <a:t>surgeon</a:t>
            </a:r>
            <a:r>
              <a:rPr lang="en-US"/>
              <a:t>: Assigned surgeon</a:t>
            </a:r>
            <a:endParaRPr/>
          </a:p>
          <a:p>
            <a:pPr indent="-182880" lvl="0" marL="182880" rtl="0" algn="l">
              <a:spcBef>
                <a:spcPts val="600"/>
              </a:spcBef>
              <a:spcAft>
                <a:spcPts val="0"/>
              </a:spcAft>
              <a:buClr>
                <a:schemeClr val="dk1"/>
              </a:buClr>
              <a:buSzPts val="1200"/>
              <a:buChar char="•"/>
            </a:pPr>
            <a:r>
              <a:rPr lang="en-US" sz="1200">
                <a:solidFill>
                  <a:schemeClr val="dk1"/>
                </a:solidFill>
                <a:latin typeface="Arial"/>
                <a:ea typeface="Arial"/>
                <a:cs typeface="Arial"/>
                <a:sym typeface="Arial"/>
              </a:rPr>
              <a:t>anesthesia_team</a:t>
            </a:r>
            <a:r>
              <a:rPr lang="en-US"/>
              <a:t>: Anesthesia team assignment</a:t>
            </a:r>
            <a:endParaRPr/>
          </a:p>
          <a:p>
            <a:pPr indent="-182880" lvl="0" marL="182880" rtl="0" algn="l">
              <a:spcBef>
                <a:spcPts val="600"/>
              </a:spcBef>
              <a:spcAft>
                <a:spcPts val="0"/>
              </a:spcAft>
              <a:buClr>
                <a:schemeClr val="dk1"/>
              </a:buClr>
              <a:buSzPts val="1200"/>
              <a:buChar char="•"/>
            </a:pPr>
            <a:r>
              <a:rPr lang="en-US" sz="1200">
                <a:solidFill>
                  <a:schemeClr val="dk1"/>
                </a:solidFill>
                <a:latin typeface="Arial"/>
                <a:ea typeface="Arial"/>
                <a:cs typeface="Arial"/>
                <a:sym typeface="Arial"/>
              </a:rPr>
              <a:t>recovery_bed_needed</a:t>
            </a:r>
            <a:r>
              <a:rPr lang="en-US"/>
              <a:t>: Post-surgery bed requirement</a:t>
            </a:r>
            <a:endParaRPr/>
          </a:p>
          <a:p>
            <a:pPr indent="-182880" lvl="0" marL="182880" rtl="0" algn="l">
              <a:spcBef>
                <a:spcPts val="600"/>
              </a:spcBef>
              <a:spcAft>
                <a:spcPts val="0"/>
              </a:spcAft>
              <a:buClr>
                <a:schemeClr val="dk1"/>
              </a:buClr>
              <a:buSzPts val="1200"/>
              <a:buChar char="•"/>
            </a:pPr>
            <a:r>
              <a:rPr b="1" lang="en-US"/>
              <a:t>Usage</a:t>
            </a:r>
            <a:r>
              <a:rPr lang="en-US"/>
              <a:t>: Trains models for surgery duration prediction, resource allocation, and OR optimization.</a:t>
            </a:r>
            <a:endParaRPr/>
          </a:p>
          <a:p>
            <a:pPr indent="-106679" lvl="0" marL="182880" rtl="0" algn="l">
              <a:spcBef>
                <a:spcPts val="600"/>
              </a:spcBef>
              <a:spcAft>
                <a:spcPts val="0"/>
              </a:spcAft>
              <a:buClr>
                <a:schemeClr val="dk1"/>
              </a:buClr>
              <a:buSzPts val="1200"/>
              <a:buNone/>
            </a:pPr>
            <a:r>
              <a:t/>
            </a:r>
            <a:endParaRPr b="1"/>
          </a:p>
          <a:p>
            <a:pPr indent="-182880" lvl="0" marL="182880" rtl="0" algn="l">
              <a:spcBef>
                <a:spcPts val="600"/>
              </a:spcBef>
              <a:spcAft>
                <a:spcPts val="0"/>
              </a:spcAft>
              <a:buClr>
                <a:schemeClr val="dk1"/>
              </a:buClr>
              <a:buSzPts val="1200"/>
              <a:buChar char="•"/>
            </a:pPr>
            <a:r>
              <a:rPr b="1" lang="en-US"/>
              <a:t>4. Transport Routing Dataset (80 records)</a:t>
            </a:r>
            <a:endParaRPr/>
          </a:p>
          <a:p>
            <a:pPr indent="-182880" lvl="0" marL="182880" rtl="0" algn="l">
              <a:spcBef>
                <a:spcPts val="600"/>
              </a:spcBef>
              <a:spcAft>
                <a:spcPts val="0"/>
              </a:spcAft>
              <a:buClr>
                <a:schemeClr val="dk1"/>
              </a:buClr>
              <a:buSzPts val="1200"/>
              <a:buChar char="•"/>
            </a:pPr>
            <a:r>
              <a:rPr b="1" lang="en-US"/>
              <a:t>File</a:t>
            </a:r>
            <a:r>
              <a:rPr lang="en-US"/>
              <a:t>: </a:t>
            </a:r>
            <a:r>
              <a:rPr lang="en-US" sz="1200">
                <a:solidFill>
                  <a:schemeClr val="dk1"/>
                </a:solidFill>
                <a:latin typeface="Arial"/>
                <a:ea typeface="Arial"/>
                <a:cs typeface="Arial"/>
                <a:sym typeface="Arial"/>
              </a:rPr>
              <a:t>transport_routing_dataset.csv</a:t>
            </a:r>
            <a:r>
              <a:rPr b="1" lang="en-US"/>
              <a:t>Purpose</a:t>
            </a:r>
            <a:r>
              <a:rPr lang="en-US"/>
              <a:t>: Patient transport optimization within healthcare facilities</a:t>
            </a:r>
            <a:r>
              <a:rPr b="1" lang="en-US"/>
              <a:t>Columns</a:t>
            </a:r>
            <a:r>
              <a:rPr lang="en-US"/>
              <a:t>:</a:t>
            </a:r>
            <a:r>
              <a:rPr lang="en-US" sz="1200">
                <a:solidFill>
                  <a:schemeClr val="dk1"/>
                </a:solidFill>
                <a:latin typeface="Arial"/>
                <a:ea typeface="Arial"/>
                <a:cs typeface="Arial"/>
                <a:sym typeface="Arial"/>
              </a:rPr>
              <a:t>transport_id</a:t>
            </a:r>
            <a:r>
              <a:rPr lang="en-US"/>
              <a:t>: Unique transport identifier</a:t>
            </a:r>
            <a:endParaRPr/>
          </a:p>
          <a:p>
            <a:pPr indent="-182880" lvl="0" marL="182880" rtl="0" algn="l">
              <a:spcBef>
                <a:spcPts val="600"/>
              </a:spcBef>
              <a:spcAft>
                <a:spcPts val="0"/>
              </a:spcAft>
              <a:buClr>
                <a:schemeClr val="dk1"/>
              </a:buClr>
              <a:buSzPts val="1200"/>
              <a:buChar char="•"/>
            </a:pPr>
            <a:r>
              <a:rPr lang="en-US" sz="1200">
                <a:solidFill>
                  <a:schemeClr val="dk1"/>
                </a:solidFill>
                <a:latin typeface="Arial"/>
                <a:ea typeface="Arial"/>
                <a:cs typeface="Arial"/>
                <a:sym typeface="Arial"/>
              </a:rPr>
              <a:t>patient_id</a:t>
            </a:r>
            <a:r>
              <a:rPr lang="en-US"/>
              <a:t>: Patient identifier</a:t>
            </a:r>
            <a:endParaRPr/>
          </a:p>
          <a:p>
            <a:pPr indent="-182880" lvl="0" marL="182880" rtl="0" algn="l">
              <a:spcBef>
                <a:spcPts val="600"/>
              </a:spcBef>
              <a:spcAft>
                <a:spcPts val="0"/>
              </a:spcAft>
              <a:buClr>
                <a:schemeClr val="dk1"/>
              </a:buClr>
              <a:buSzPts val="1200"/>
              <a:buChar char="•"/>
            </a:pPr>
            <a:r>
              <a:rPr lang="en-US" sz="1200">
                <a:solidFill>
                  <a:schemeClr val="dk1"/>
                </a:solidFill>
                <a:latin typeface="Arial"/>
                <a:ea typeface="Arial"/>
                <a:cs typeface="Arial"/>
                <a:sym typeface="Arial"/>
              </a:rPr>
              <a:t>origin</a:t>
            </a:r>
            <a:r>
              <a:rPr lang="en-US"/>
              <a:t>: Starting location</a:t>
            </a:r>
            <a:endParaRPr/>
          </a:p>
          <a:p>
            <a:pPr indent="-182880" lvl="0" marL="182880" rtl="0" algn="l">
              <a:spcBef>
                <a:spcPts val="600"/>
              </a:spcBef>
              <a:spcAft>
                <a:spcPts val="0"/>
              </a:spcAft>
              <a:buClr>
                <a:schemeClr val="dk1"/>
              </a:buClr>
              <a:buSzPts val="1200"/>
              <a:buChar char="•"/>
            </a:pPr>
            <a:r>
              <a:rPr lang="en-US" sz="1200">
                <a:solidFill>
                  <a:schemeClr val="dk1"/>
                </a:solidFill>
                <a:latin typeface="Arial"/>
                <a:ea typeface="Arial"/>
                <a:cs typeface="Arial"/>
                <a:sym typeface="Arial"/>
              </a:rPr>
              <a:t>destination</a:t>
            </a:r>
            <a:r>
              <a:rPr lang="en-US"/>
              <a:t>: Target location</a:t>
            </a:r>
            <a:endParaRPr/>
          </a:p>
          <a:p>
            <a:pPr indent="-182880" lvl="0" marL="182880" rtl="0" algn="l">
              <a:spcBef>
                <a:spcPts val="600"/>
              </a:spcBef>
              <a:spcAft>
                <a:spcPts val="0"/>
              </a:spcAft>
              <a:buClr>
                <a:schemeClr val="dk1"/>
              </a:buClr>
              <a:buSzPts val="1200"/>
              <a:buChar char="•"/>
            </a:pPr>
            <a:r>
              <a:rPr lang="en-US" sz="1200">
                <a:solidFill>
                  <a:schemeClr val="dk1"/>
                </a:solidFill>
                <a:latin typeface="Arial"/>
                <a:ea typeface="Arial"/>
                <a:cs typeface="Arial"/>
                <a:sym typeface="Arial"/>
              </a:rPr>
              <a:t>urgency</a:t>
            </a:r>
            <a:r>
              <a:rPr lang="en-US"/>
              <a:t>: Transport priority level</a:t>
            </a:r>
            <a:endParaRPr/>
          </a:p>
          <a:p>
            <a:pPr indent="-182880" lvl="0" marL="182880" rtl="0" algn="l">
              <a:spcBef>
                <a:spcPts val="600"/>
              </a:spcBef>
              <a:spcAft>
                <a:spcPts val="0"/>
              </a:spcAft>
              <a:buClr>
                <a:schemeClr val="dk1"/>
              </a:buClr>
              <a:buSzPts val="1200"/>
              <a:buChar char="•"/>
            </a:pPr>
            <a:r>
              <a:rPr lang="en-US" sz="1200">
                <a:solidFill>
                  <a:schemeClr val="dk1"/>
                </a:solidFill>
                <a:latin typeface="Arial"/>
                <a:ea typeface="Arial"/>
                <a:cs typeface="Arial"/>
                <a:sym typeface="Arial"/>
              </a:rPr>
              <a:t>est_travel_min</a:t>
            </a:r>
            <a:r>
              <a:rPr lang="en-US"/>
              <a:t>: Estimated travel time</a:t>
            </a:r>
            <a:endParaRPr/>
          </a:p>
          <a:p>
            <a:pPr indent="-182880" lvl="0" marL="182880" rtl="0" algn="l">
              <a:spcBef>
                <a:spcPts val="600"/>
              </a:spcBef>
              <a:spcAft>
                <a:spcPts val="0"/>
              </a:spcAft>
              <a:buClr>
                <a:schemeClr val="dk1"/>
              </a:buClr>
              <a:buSzPts val="1200"/>
              <a:buChar char="•"/>
            </a:pPr>
            <a:r>
              <a:rPr b="1" lang="en-US"/>
              <a:t>Usage</a:t>
            </a:r>
            <a:r>
              <a:rPr lang="en-US"/>
              <a:t>: Optimizes patient transport routes and resource allocation for efficient facility operations.</a:t>
            </a:r>
            <a:endParaRPr/>
          </a:p>
          <a:p>
            <a:pPr indent="-106679" lvl="0" marL="182880" rtl="0" algn="l">
              <a:spcBef>
                <a:spcPts val="600"/>
              </a:spcBef>
              <a:spcAft>
                <a:spcPts val="0"/>
              </a:spcAft>
              <a:buClr>
                <a:schemeClr val="dk1"/>
              </a:buClr>
              <a:buSzPts val="1200"/>
              <a:buNone/>
            </a:pPr>
            <a:r>
              <a:t/>
            </a:r>
            <a:endParaRPr b="1"/>
          </a:p>
          <a:p>
            <a:pPr indent="-106679" lvl="0" marL="182880" rtl="0" algn="l">
              <a:spcBef>
                <a:spcPts val="600"/>
              </a:spcBef>
              <a:spcAft>
                <a:spcPts val="0"/>
              </a:spcAft>
              <a:buClr>
                <a:schemeClr val="dk1"/>
              </a:buClr>
              <a:buSzPts val="1200"/>
              <a:buNone/>
            </a:pPr>
            <a:r>
              <a:t/>
            </a:r>
            <a:endParaRPr b="1"/>
          </a:p>
          <a:p>
            <a:pPr indent="-182880" lvl="0" marL="182880" rtl="0" algn="l">
              <a:spcBef>
                <a:spcPts val="600"/>
              </a:spcBef>
              <a:spcAft>
                <a:spcPts val="0"/>
              </a:spcAft>
              <a:buClr>
                <a:schemeClr val="dk1"/>
              </a:buClr>
              <a:buSzPts val="1200"/>
              <a:buChar char="•"/>
            </a:pPr>
            <a:r>
              <a:rPr b="1" lang="en-US"/>
              <a:t>AI:</a:t>
            </a:r>
            <a:endParaRPr/>
          </a:p>
          <a:p>
            <a:pPr indent="-106679" lvl="0" marL="182880" rtl="0" algn="l">
              <a:spcBef>
                <a:spcPts val="600"/>
              </a:spcBef>
              <a:spcAft>
                <a:spcPts val="0"/>
              </a:spcAft>
              <a:buClr>
                <a:schemeClr val="dk1"/>
              </a:buClr>
              <a:buSzPts val="1200"/>
              <a:buNone/>
            </a:pPr>
            <a:r>
              <a:t/>
            </a:r>
            <a:endParaRPr b="1"/>
          </a:p>
        </p:txBody>
      </p:sp>
      <p:sp>
        <p:nvSpPr>
          <p:cNvPr id="333" name="Google Shape;33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5" name="Google Shape;345;p5:notes"/>
          <p:cNvSpPr txBox="1"/>
          <p:nvPr>
            <p:ph idx="1" type="body"/>
          </p:nvPr>
        </p:nvSpPr>
        <p:spPr>
          <a:xfrm>
            <a:off x="685800" y="4400550"/>
            <a:ext cx="5486400" cy="3600450"/>
          </a:xfrm>
          <a:prstGeom prst="rect">
            <a:avLst/>
          </a:prstGeom>
          <a:noFill/>
          <a:ln>
            <a:noFill/>
          </a:ln>
        </p:spPr>
        <p:txBody>
          <a:bodyPr anchorCtr="0" anchor="t" bIns="0" lIns="0" spcFirstLastPara="1" rIns="0" wrap="square" tIns="0">
            <a:noAutofit/>
          </a:bodyPr>
          <a:lstStyle/>
          <a:p>
            <a:pPr indent="-106679" lvl="0" marL="182880" rtl="0" algn="l">
              <a:spcBef>
                <a:spcPts val="0"/>
              </a:spcBef>
              <a:spcAft>
                <a:spcPts val="0"/>
              </a:spcAft>
              <a:buClr>
                <a:schemeClr val="dk1"/>
              </a:buClr>
              <a:buSzPts val="1200"/>
              <a:buNone/>
            </a:pPr>
            <a:r>
              <a:t/>
            </a:r>
            <a:endParaRPr/>
          </a:p>
        </p:txBody>
      </p:sp>
      <p:sp>
        <p:nvSpPr>
          <p:cNvPr id="346" name="Google Shape;34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4" name="Google Shape;354;p6:notes"/>
          <p:cNvSpPr txBox="1"/>
          <p:nvPr>
            <p:ph idx="1" type="body"/>
          </p:nvPr>
        </p:nvSpPr>
        <p:spPr>
          <a:xfrm>
            <a:off x="685800" y="4400550"/>
            <a:ext cx="5486400" cy="360045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600"/>
              </a:spcBef>
              <a:spcAft>
                <a:spcPts val="0"/>
              </a:spcAft>
              <a:buNone/>
            </a:pPr>
            <a:r>
              <a:rPr lang="en-US">
                <a:solidFill>
                  <a:srgbClr val="000000"/>
                </a:solidFill>
              </a:rPr>
              <a:t>•</a:t>
            </a:r>
            <a:r>
              <a:rPr lang="en-US">
                <a:solidFill>
                  <a:srgbClr val="231F20"/>
                </a:solidFill>
              </a:rPr>
              <a:t>On this slide we’re showcasing how we used Grover’s algorithm — a quantum search technique — to supercharge our  system.</a:t>
            </a:r>
            <a:endParaRPr>
              <a:solidFill>
                <a:srgbClr val="231F20"/>
              </a:solidFill>
            </a:endParaRPr>
          </a:p>
          <a:p>
            <a:pPr indent="0" lvl="0" marL="0" rtl="0" algn="l">
              <a:lnSpc>
                <a:spcPct val="115000"/>
              </a:lnSpc>
              <a:spcBef>
                <a:spcPts val="600"/>
              </a:spcBef>
              <a:spcAft>
                <a:spcPts val="0"/>
              </a:spcAft>
              <a:buNone/>
            </a:pPr>
            <a:r>
              <a:rPr lang="en-US">
                <a:solidFill>
                  <a:srgbClr val="000000"/>
                </a:solidFill>
              </a:rPr>
              <a:t>•</a:t>
            </a:r>
            <a:r>
              <a:rPr lang="en-US">
                <a:solidFill>
                  <a:srgbClr val="231F20"/>
                </a:solidFill>
              </a:rPr>
              <a:t>Grover’s algorithm is a well-known method from quantum computing that can search unsorted datasets much faster than traditional methods. While a classical system checks each record one by one, Grover uses quantum parallelism and amplitude amplification to zero in on the right answers.</a:t>
            </a:r>
            <a:endParaRPr>
              <a:solidFill>
                <a:srgbClr val="231F20"/>
              </a:solidFill>
            </a:endParaRPr>
          </a:p>
          <a:p>
            <a:pPr indent="0" lvl="0" marL="0" rtl="0" algn="l">
              <a:lnSpc>
                <a:spcPct val="115000"/>
              </a:lnSpc>
              <a:spcBef>
                <a:spcPts val="600"/>
              </a:spcBef>
              <a:spcAft>
                <a:spcPts val="0"/>
              </a:spcAft>
              <a:buNone/>
            </a:pPr>
            <a:r>
              <a:rPr lang="en-US">
                <a:solidFill>
                  <a:srgbClr val="000000"/>
                </a:solidFill>
              </a:rPr>
              <a:t>•</a:t>
            </a:r>
            <a:r>
              <a:rPr lang="en-US">
                <a:solidFill>
                  <a:srgbClr val="231F20"/>
                </a:solidFill>
              </a:rPr>
              <a:t>Why does that matter? In healthcare, especially during peak hours, the patient queue can be massive. Grover’s algorithm lets us rapidly identify the highest-priority patients — the ones who need immediate care — so they don’t get buried in the crowd.</a:t>
            </a:r>
            <a:endParaRPr>
              <a:solidFill>
                <a:srgbClr val="231F20"/>
              </a:solidFill>
            </a:endParaRPr>
          </a:p>
          <a:p>
            <a:pPr indent="0" lvl="0" marL="0" rtl="0" algn="l">
              <a:lnSpc>
                <a:spcPct val="115000"/>
              </a:lnSpc>
              <a:spcBef>
                <a:spcPts val="600"/>
              </a:spcBef>
              <a:spcAft>
                <a:spcPts val="0"/>
              </a:spcAft>
              <a:buNone/>
            </a:pPr>
            <a:r>
              <a:rPr lang="en-US">
                <a:solidFill>
                  <a:srgbClr val="000000"/>
                </a:solidFill>
              </a:rPr>
              <a:t>•</a:t>
            </a:r>
            <a:r>
              <a:rPr lang="en-US">
                <a:solidFill>
                  <a:srgbClr val="231F20"/>
                </a:solidFill>
              </a:rPr>
              <a:t>We also pair Grover with our AI models, such as our Random Forest classifier, which predicts patient severity and needs. Those predictions feed directly into Grover, which then amplifies the probability of finding the top cases. This combination means we’re not only predicting who’s at risk but also prioritizing and allocating resources — doctors, rooms, and equipment — faster and more fairly.</a:t>
            </a:r>
            <a:endParaRPr>
              <a:solidFill>
                <a:srgbClr val="231F20"/>
              </a:solidFill>
            </a:endParaRPr>
          </a:p>
          <a:p>
            <a:pPr indent="0" lvl="0" marL="0" rtl="0" algn="l">
              <a:lnSpc>
                <a:spcPct val="115000"/>
              </a:lnSpc>
              <a:spcBef>
                <a:spcPts val="600"/>
              </a:spcBef>
              <a:spcAft>
                <a:spcPts val="0"/>
              </a:spcAft>
              <a:buNone/>
            </a:pPr>
            <a:r>
              <a:rPr lang="en-US">
                <a:solidFill>
                  <a:srgbClr val="000000"/>
                </a:solidFill>
              </a:rPr>
              <a:t>•</a:t>
            </a:r>
            <a:r>
              <a:rPr lang="en-US">
                <a:solidFill>
                  <a:srgbClr val="231F20"/>
                </a:solidFill>
              </a:rPr>
              <a:t>The end result is a hybrid AI + Quantum approach that reduces wait times, improves emergency response, and shows how quantum computing can already provide real-world benefits in healthcare operations. In short, Grover’s algorithm acts as the quantum engine behind our smart healthcare optimizer — making it both faster and smarter than a purely classical system.”</a:t>
            </a:r>
            <a:endParaRPr>
              <a:solidFill>
                <a:srgbClr val="231F20"/>
              </a:solidFill>
            </a:endParaRPr>
          </a:p>
          <a:p>
            <a:pPr indent="0" lvl="0" marL="0" rtl="0" algn="l">
              <a:spcBef>
                <a:spcPts val="600"/>
              </a:spcBef>
              <a:spcAft>
                <a:spcPts val="0"/>
              </a:spcAft>
              <a:buNone/>
            </a:pPr>
            <a:r>
              <a:t/>
            </a:r>
            <a:endParaRPr/>
          </a:p>
        </p:txBody>
      </p:sp>
      <p:sp>
        <p:nvSpPr>
          <p:cNvPr id="355" name="Google Shape;35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7:notes"/>
          <p:cNvSpPr txBox="1"/>
          <p:nvPr>
            <p:ph idx="1" type="body"/>
          </p:nvPr>
        </p:nvSpPr>
        <p:spPr>
          <a:xfrm>
            <a:off x="685800" y="4400550"/>
            <a:ext cx="5486400" cy="3600450"/>
          </a:xfrm>
          <a:prstGeom prst="rect">
            <a:avLst/>
          </a:prstGeom>
        </p:spPr>
        <p:txBody>
          <a:bodyPr anchorCtr="0" anchor="t" bIns="0" lIns="0" spcFirstLastPara="1" rIns="0" wrap="square" tIns="0">
            <a:noAutofit/>
          </a:bodyPr>
          <a:lstStyle/>
          <a:p>
            <a:pPr indent="0" lvl="0" marL="0" rtl="0" algn="l">
              <a:spcBef>
                <a:spcPts val="600"/>
              </a:spcBef>
              <a:spcAft>
                <a:spcPts val="0"/>
              </a:spcAft>
              <a:buNone/>
            </a:pPr>
            <a:r>
              <a:t/>
            </a:r>
            <a:endParaRPr/>
          </a:p>
        </p:txBody>
      </p:sp>
      <p:sp>
        <p:nvSpPr>
          <p:cNvPr id="363" name="Google Shape;36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8:notes"/>
          <p:cNvSpPr txBox="1"/>
          <p:nvPr>
            <p:ph idx="1" type="body"/>
          </p:nvPr>
        </p:nvSpPr>
        <p:spPr>
          <a:xfrm>
            <a:off x="685800" y="4400550"/>
            <a:ext cx="5486400" cy="3600450"/>
          </a:xfrm>
          <a:prstGeom prst="rect">
            <a:avLst/>
          </a:prstGeom>
        </p:spPr>
        <p:txBody>
          <a:bodyPr anchorCtr="0" anchor="t" bIns="0" lIns="0" spcFirstLastPara="1" rIns="0" wrap="square" tIns="0">
            <a:noAutofit/>
          </a:bodyPr>
          <a:lstStyle/>
          <a:p>
            <a:pPr indent="0" lvl="0" marL="0" rtl="0" algn="l">
              <a:spcBef>
                <a:spcPts val="600"/>
              </a:spcBef>
              <a:spcAft>
                <a:spcPts val="0"/>
              </a:spcAft>
              <a:buNone/>
            </a:pPr>
            <a:r>
              <a:t/>
            </a:r>
            <a:endParaRPr/>
          </a:p>
        </p:txBody>
      </p:sp>
      <p:sp>
        <p:nvSpPr>
          <p:cNvPr id="369" name="Google Shape;36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9:notes"/>
          <p:cNvSpPr txBox="1"/>
          <p:nvPr>
            <p:ph idx="1" type="body"/>
          </p:nvPr>
        </p:nvSpPr>
        <p:spPr>
          <a:xfrm>
            <a:off x="685800" y="4400550"/>
            <a:ext cx="5486400" cy="3600450"/>
          </a:xfrm>
          <a:prstGeom prst="rect">
            <a:avLst/>
          </a:prstGeom>
        </p:spPr>
        <p:txBody>
          <a:bodyPr anchorCtr="0" anchor="t" bIns="0" lIns="0" spcFirstLastPara="1" rIns="0" wrap="square" tIns="0">
            <a:noAutofit/>
          </a:bodyPr>
          <a:lstStyle/>
          <a:p>
            <a:pPr indent="0" lvl="0" marL="0" rtl="0" algn="l">
              <a:spcBef>
                <a:spcPts val="600"/>
              </a:spcBef>
              <a:spcAft>
                <a:spcPts val="0"/>
              </a:spcAft>
              <a:buNone/>
            </a:pPr>
            <a:r>
              <a:t/>
            </a:r>
            <a:endParaRPr/>
          </a:p>
        </p:txBody>
      </p:sp>
      <p:sp>
        <p:nvSpPr>
          <p:cNvPr id="376" name="Google Shape;37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10:notes"/>
          <p:cNvSpPr txBox="1"/>
          <p:nvPr>
            <p:ph idx="1" type="body"/>
          </p:nvPr>
        </p:nvSpPr>
        <p:spPr>
          <a:xfrm>
            <a:off x="685800" y="4400550"/>
            <a:ext cx="5486400" cy="3600450"/>
          </a:xfrm>
          <a:prstGeom prst="rect">
            <a:avLst/>
          </a:prstGeom>
        </p:spPr>
        <p:txBody>
          <a:bodyPr anchorCtr="0" anchor="t" bIns="0" lIns="0" spcFirstLastPara="1" rIns="0" wrap="square" tIns="0">
            <a:noAutofit/>
          </a:bodyPr>
          <a:lstStyle/>
          <a:p>
            <a:pPr indent="0" lvl="0" marL="0" rtl="0" algn="l">
              <a:spcBef>
                <a:spcPts val="600"/>
              </a:spcBef>
              <a:spcAft>
                <a:spcPts val="0"/>
              </a:spcAft>
              <a:buNone/>
            </a:pPr>
            <a:r>
              <a:t/>
            </a:r>
            <a:endParaRPr/>
          </a:p>
        </p:txBody>
      </p:sp>
      <p:sp>
        <p:nvSpPr>
          <p:cNvPr id="380" name="Google Shape;38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11:notes"/>
          <p:cNvSpPr txBox="1"/>
          <p:nvPr>
            <p:ph idx="1" type="body"/>
          </p:nvPr>
        </p:nvSpPr>
        <p:spPr>
          <a:xfrm>
            <a:off x="685800" y="4400550"/>
            <a:ext cx="5486400" cy="3600450"/>
          </a:xfrm>
          <a:prstGeom prst="rect">
            <a:avLst/>
          </a:prstGeom>
        </p:spPr>
        <p:txBody>
          <a:bodyPr anchorCtr="0" anchor="t" bIns="0" lIns="0" spcFirstLastPara="1" rIns="0" wrap="square" tIns="0">
            <a:noAutofit/>
          </a:bodyPr>
          <a:lstStyle/>
          <a:p>
            <a:pPr indent="0" lvl="0" marL="0" rtl="0" algn="l">
              <a:spcBef>
                <a:spcPts val="600"/>
              </a:spcBef>
              <a:spcAft>
                <a:spcPts val="0"/>
              </a:spcAft>
              <a:buNone/>
            </a:pPr>
            <a:r>
              <a:t/>
            </a:r>
            <a:endParaRPr/>
          </a:p>
        </p:txBody>
      </p:sp>
      <p:sp>
        <p:nvSpPr>
          <p:cNvPr id="384" name="Google Shape;38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linkedin.com/company/ust-global" TargetMode="External"/><Relationship Id="rId3" Type="http://schemas.openxmlformats.org/officeDocument/2006/relationships/hyperlink" Target="https://www.facebook.com/USTGlobal" TargetMode="External"/><Relationship Id="rId4" Type="http://schemas.openxmlformats.org/officeDocument/2006/relationships/hyperlink" Target="https://twitter.com/USTGlobal" TargetMode="External"/><Relationship Id="rId5" Type="http://schemas.openxmlformats.org/officeDocument/2006/relationships/hyperlink" Target="http://www.youtube.com/ustglobalweb" TargetMode="External"/><Relationship Id="rId6"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ust.com/" TargetMode="Externa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 Photo 01" showMasterSp="0">
  <p:cSld name="2_Title Slide - Photo 01">
    <p:bg>
      <p:bgPr>
        <a:solidFill>
          <a:schemeClr val="lt1"/>
        </a:solidFill>
      </p:bgPr>
    </p:bg>
    <p:spTree>
      <p:nvGrpSpPr>
        <p:cNvPr id="15" name="Shape 15"/>
        <p:cNvGrpSpPr/>
        <p:nvPr/>
      </p:nvGrpSpPr>
      <p:grpSpPr>
        <a:xfrm>
          <a:off x="0" y="0"/>
          <a:ext cx="0" cy="0"/>
          <a:chOff x="0" y="0"/>
          <a:chExt cx="0" cy="0"/>
        </a:xfrm>
      </p:grpSpPr>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4090">
          <p15:clr>
            <a:srgbClr val="FBAE40"/>
          </p15:clr>
        </p15:guide>
        <p15:guide id="2" pos="748">
          <p15:clr>
            <a:srgbClr val="FBAE40"/>
          </p15:clr>
        </p15:guide>
        <p15:guide id="3" pos="4192">
          <p15:clr>
            <a:srgbClr val="FBAE40"/>
          </p15:clr>
        </p15:guide>
        <p15:guide id="4" pos="4004">
          <p15:clr>
            <a:srgbClr val="FBAE40"/>
          </p15:clr>
        </p15:guide>
        <p15:guide id="5" orient="horz" pos="77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with Numbers">
  <p:cSld name="Agenda with Numbers">
    <p:bg>
      <p:bgPr>
        <a:blipFill>
          <a:blip r:embed="rId2">
            <a:alphaModFix/>
          </a:blip>
          <a:stretch>
            <a:fillRect/>
          </a:stretch>
        </a:blipFill>
      </p:bgPr>
    </p:bg>
    <p:spTree>
      <p:nvGrpSpPr>
        <p:cNvPr id="16" name="Shape 16"/>
        <p:cNvGrpSpPr/>
        <p:nvPr/>
      </p:nvGrpSpPr>
      <p:grpSpPr>
        <a:xfrm>
          <a:off x="0" y="0"/>
          <a:ext cx="0" cy="0"/>
          <a:chOff x="0" y="0"/>
          <a:chExt cx="0" cy="0"/>
        </a:xfrm>
      </p:grpSpPr>
      <p:sp>
        <p:nvSpPr>
          <p:cNvPr id="17" name="Google Shape;17;p14"/>
          <p:cNvSpPr txBox="1"/>
          <p:nvPr>
            <p:ph type="title"/>
          </p:nvPr>
        </p:nvSpPr>
        <p:spPr>
          <a:xfrm>
            <a:off x="365760" y="365760"/>
            <a:ext cx="11457432"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32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4"/>
          <p:cNvSpPr txBox="1"/>
          <p:nvPr>
            <p:ph idx="1" type="body"/>
          </p:nvPr>
        </p:nvSpPr>
        <p:spPr>
          <a:xfrm>
            <a:off x="365123" y="2011680"/>
            <a:ext cx="822960" cy="9144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6000"/>
              <a:buNone/>
              <a:defRPr sz="6000">
                <a:solidFill>
                  <a:schemeClr val="dk1"/>
                </a:solidFill>
              </a:defRPr>
            </a:lvl1pPr>
            <a:lvl2pPr indent="-228600" lvl="1" marL="914400" algn="l">
              <a:lnSpc>
                <a:spcPct val="85000"/>
              </a:lnSpc>
              <a:spcBef>
                <a:spcPts val="0"/>
              </a:spcBef>
              <a:spcAft>
                <a:spcPts val="0"/>
              </a:spcAft>
              <a:buClr>
                <a:schemeClr val="dk1"/>
              </a:buClr>
              <a:buSzPts val="6000"/>
              <a:buNone/>
              <a:defRPr sz="6000">
                <a:solidFill>
                  <a:schemeClr val="dk1"/>
                </a:solidFill>
              </a:defRPr>
            </a:lvl2pPr>
            <a:lvl3pPr indent="-228600" lvl="2" marL="1371600" algn="l">
              <a:lnSpc>
                <a:spcPct val="85000"/>
              </a:lnSpc>
              <a:spcBef>
                <a:spcPts val="0"/>
              </a:spcBef>
              <a:spcAft>
                <a:spcPts val="0"/>
              </a:spcAft>
              <a:buClr>
                <a:schemeClr val="dk1"/>
              </a:buClr>
              <a:buSzPts val="6000"/>
              <a:buNone/>
              <a:defRPr sz="6000">
                <a:solidFill>
                  <a:schemeClr val="dk1"/>
                </a:solidFill>
              </a:defRPr>
            </a:lvl3pPr>
            <a:lvl4pPr indent="-228600" lvl="3" marL="1828800" algn="l">
              <a:lnSpc>
                <a:spcPct val="85000"/>
              </a:lnSpc>
              <a:spcBef>
                <a:spcPts val="0"/>
              </a:spcBef>
              <a:spcAft>
                <a:spcPts val="0"/>
              </a:spcAft>
              <a:buClr>
                <a:schemeClr val="dk1"/>
              </a:buClr>
              <a:buSzPts val="6000"/>
              <a:buNone/>
              <a:defRPr sz="6000">
                <a:solidFill>
                  <a:schemeClr val="dk1"/>
                </a:solidFill>
              </a:defRPr>
            </a:lvl4pPr>
            <a:lvl5pPr indent="-228600" lvl="4" marL="2286000" algn="l">
              <a:lnSpc>
                <a:spcPct val="85000"/>
              </a:lnSpc>
              <a:spcBef>
                <a:spcPts val="0"/>
              </a:spcBef>
              <a:spcAft>
                <a:spcPts val="0"/>
              </a:spcAft>
              <a:buClr>
                <a:schemeClr val="dk1"/>
              </a:buClr>
              <a:buSzPts val="6000"/>
              <a:buNone/>
              <a:defRPr sz="6000">
                <a:solidFill>
                  <a:schemeClr val="dk1"/>
                </a:solidFill>
              </a:defRPr>
            </a:lvl5pPr>
            <a:lvl6pPr indent="-228600" lvl="5" marL="2743200" algn="l">
              <a:lnSpc>
                <a:spcPct val="85000"/>
              </a:lnSpc>
              <a:spcBef>
                <a:spcPts val="0"/>
              </a:spcBef>
              <a:spcAft>
                <a:spcPts val="0"/>
              </a:spcAft>
              <a:buClr>
                <a:schemeClr val="dk1"/>
              </a:buClr>
              <a:buSzPts val="6000"/>
              <a:buNone/>
              <a:defRPr sz="6000">
                <a:solidFill>
                  <a:schemeClr val="dk1"/>
                </a:solidFill>
              </a:defRPr>
            </a:lvl6pPr>
            <a:lvl7pPr indent="-228600" lvl="6" marL="3200400" algn="l">
              <a:lnSpc>
                <a:spcPct val="85000"/>
              </a:lnSpc>
              <a:spcBef>
                <a:spcPts val="0"/>
              </a:spcBef>
              <a:spcAft>
                <a:spcPts val="0"/>
              </a:spcAft>
              <a:buClr>
                <a:schemeClr val="dk1"/>
              </a:buClr>
              <a:buSzPts val="6000"/>
              <a:buNone/>
              <a:defRPr sz="6000">
                <a:solidFill>
                  <a:schemeClr val="dk1"/>
                </a:solidFill>
              </a:defRPr>
            </a:lvl7pPr>
            <a:lvl8pPr indent="-228600" lvl="7" marL="3657600" algn="l">
              <a:lnSpc>
                <a:spcPct val="85000"/>
              </a:lnSpc>
              <a:spcBef>
                <a:spcPts val="0"/>
              </a:spcBef>
              <a:spcAft>
                <a:spcPts val="0"/>
              </a:spcAft>
              <a:buClr>
                <a:schemeClr val="dk1"/>
              </a:buClr>
              <a:buSzPts val="6000"/>
              <a:buNone/>
              <a:defRPr sz="6000">
                <a:solidFill>
                  <a:schemeClr val="dk1"/>
                </a:solidFill>
              </a:defRPr>
            </a:lvl8pPr>
            <a:lvl9pPr indent="-228600" lvl="8" marL="4114800" algn="l">
              <a:lnSpc>
                <a:spcPct val="85000"/>
              </a:lnSpc>
              <a:spcBef>
                <a:spcPts val="0"/>
              </a:spcBef>
              <a:spcAft>
                <a:spcPts val="0"/>
              </a:spcAft>
              <a:buClr>
                <a:schemeClr val="dk1"/>
              </a:buClr>
              <a:buSzPts val="6000"/>
              <a:buNone/>
              <a:defRPr sz="6000">
                <a:solidFill>
                  <a:schemeClr val="dk1"/>
                </a:solidFill>
              </a:defRPr>
            </a:lvl9pPr>
          </a:lstStyle>
          <a:p/>
        </p:txBody>
      </p:sp>
      <p:sp>
        <p:nvSpPr>
          <p:cNvPr id="19" name="Google Shape;19;p14"/>
          <p:cNvSpPr txBox="1"/>
          <p:nvPr>
            <p:ph idx="2" type="body"/>
          </p:nvPr>
        </p:nvSpPr>
        <p:spPr>
          <a:xfrm>
            <a:off x="1326515" y="2011680"/>
            <a:ext cx="265176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600"/>
              <a:buFont typeface="Arial"/>
              <a:buNone/>
              <a:defRPr b="1" sz="1600"/>
            </a:lvl1pPr>
            <a:lvl2pPr indent="-228600" lvl="1" marL="914400" algn="l">
              <a:lnSpc>
                <a:spcPct val="100000"/>
              </a:lnSpc>
              <a:spcBef>
                <a:spcPts val="0"/>
              </a:spcBef>
              <a:spcAft>
                <a:spcPts val="0"/>
              </a:spcAft>
              <a:buClr>
                <a:schemeClr val="dk1"/>
              </a:buClr>
              <a:buSzPts val="1400"/>
              <a:buFont typeface="Arial"/>
              <a:buNone/>
              <a:defRPr sz="1400"/>
            </a:lvl2pPr>
            <a:lvl3pPr indent="-228600" lvl="2" marL="1371600" algn="l">
              <a:lnSpc>
                <a:spcPct val="100000"/>
              </a:lnSpc>
              <a:spcBef>
                <a:spcPts val="0"/>
              </a:spcBef>
              <a:spcAft>
                <a:spcPts val="0"/>
              </a:spcAft>
              <a:buClr>
                <a:schemeClr val="dk1"/>
              </a:buClr>
              <a:buSzPts val="1400"/>
              <a:buFont typeface="Arial"/>
              <a:buNone/>
              <a:defRPr sz="1400"/>
            </a:lvl3pPr>
            <a:lvl4pPr indent="-228600" lvl="3" marL="1828800" algn="l">
              <a:lnSpc>
                <a:spcPct val="100000"/>
              </a:lnSpc>
              <a:spcBef>
                <a:spcPts val="0"/>
              </a:spcBef>
              <a:spcAft>
                <a:spcPts val="0"/>
              </a:spcAft>
              <a:buClr>
                <a:schemeClr val="dk1"/>
              </a:buClr>
              <a:buSzPts val="1400"/>
              <a:buFont typeface="Arial"/>
              <a:buNone/>
              <a:defRPr sz="1400"/>
            </a:lvl4pPr>
            <a:lvl5pPr indent="-228600" lvl="4" marL="2286000" algn="l">
              <a:lnSpc>
                <a:spcPct val="100000"/>
              </a:lnSpc>
              <a:spcBef>
                <a:spcPts val="0"/>
              </a:spcBef>
              <a:spcAft>
                <a:spcPts val="0"/>
              </a:spcAft>
              <a:buClr>
                <a:schemeClr val="dk1"/>
              </a:buClr>
              <a:buSzPts val="1400"/>
              <a:buFont typeface="Arial"/>
              <a:buNone/>
              <a:defRPr sz="1400"/>
            </a:lvl5pPr>
            <a:lvl6pPr indent="-228600" lvl="5" marL="2743200" algn="l">
              <a:lnSpc>
                <a:spcPct val="100000"/>
              </a:lnSpc>
              <a:spcBef>
                <a:spcPts val="0"/>
              </a:spcBef>
              <a:spcAft>
                <a:spcPts val="0"/>
              </a:spcAft>
              <a:buClr>
                <a:schemeClr val="dk1"/>
              </a:buClr>
              <a:buSzPts val="1400"/>
              <a:buFont typeface="Arial"/>
              <a:buNone/>
              <a:defRPr sz="1400"/>
            </a:lvl6pPr>
            <a:lvl7pPr indent="-228600" lvl="6" marL="3200400" algn="l">
              <a:lnSpc>
                <a:spcPct val="100000"/>
              </a:lnSpc>
              <a:spcBef>
                <a:spcPts val="0"/>
              </a:spcBef>
              <a:spcAft>
                <a:spcPts val="0"/>
              </a:spcAft>
              <a:buClr>
                <a:schemeClr val="dk1"/>
              </a:buClr>
              <a:buSzPts val="1400"/>
              <a:buFont typeface="Arial"/>
              <a:buNone/>
              <a:defRPr sz="1400"/>
            </a:lvl7pPr>
            <a:lvl8pPr indent="-228600" lvl="7" marL="3657600" algn="l">
              <a:lnSpc>
                <a:spcPct val="100000"/>
              </a:lnSpc>
              <a:spcBef>
                <a:spcPts val="0"/>
              </a:spcBef>
              <a:spcAft>
                <a:spcPts val="0"/>
              </a:spcAft>
              <a:buClr>
                <a:schemeClr val="dk1"/>
              </a:buClr>
              <a:buSzPts val="1400"/>
              <a:buFont typeface="Arial"/>
              <a:buNone/>
              <a:defRPr sz="1400"/>
            </a:lvl8pPr>
            <a:lvl9pPr indent="-228600" lvl="8" marL="4114800" algn="l">
              <a:lnSpc>
                <a:spcPct val="100000"/>
              </a:lnSpc>
              <a:spcBef>
                <a:spcPts val="0"/>
              </a:spcBef>
              <a:spcAft>
                <a:spcPts val="0"/>
              </a:spcAft>
              <a:buClr>
                <a:schemeClr val="dk1"/>
              </a:buClr>
              <a:buSzPts val="1400"/>
              <a:buFont typeface="Arial"/>
              <a:buNone/>
              <a:defRPr sz="1400"/>
            </a:lvl9pPr>
          </a:lstStyle>
          <a:p/>
        </p:txBody>
      </p:sp>
      <p:sp>
        <p:nvSpPr>
          <p:cNvPr id="20" name="Google Shape;20;p14"/>
          <p:cNvSpPr txBox="1"/>
          <p:nvPr>
            <p:ph idx="3" type="body"/>
          </p:nvPr>
        </p:nvSpPr>
        <p:spPr>
          <a:xfrm>
            <a:off x="365123" y="3475990"/>
            <a:ext cx="822960" cy="9144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6000"/>
              <a:buNone/>
              <a:defRPr sz="6000">
                <a:solidFill>
                  <a:schemeClr val="dk1"/>
                </a:solidFill>
              </a:defRPr>
            </a:lvl1pPr>
            <a:lvl2pPr indent="-228600" lvl="1" marL="914400" algn="l">
              <a:lnSpc>
                <a:spcPct val="85000"/>
              </a:lnSpc>
              <a:spcBef>
                <a:spcPts val="0"/>
              </a:spcBef>
              <a:spcAft>
                <a:spcPts val="0"/>
              </a:spcAft>
              <a:buClr>
                <a:schemeClr val="dk1"/>
              </a:buClr>
              <a:buSzPts val="6000"/>
              <a:buNone/>
              <a:defRPr sz="6000">
                <a:solidFill>
                  <a:schemeClr val="dk1"/>
                </a:solidFill>
              </a:defRPr>
            </a:lvl2pPr>
            <a:lvl3pPr indent="-228600" lvl="2" marL="1371600" algn="l">
              <a:lnSpc>
                <a:spcPct val="85000"/>
              </a:lnSpc>
              <a:spcBef>
                <a:spcPts val="0"/>
              </a:spcBef>
              <a:spcAft>
                <a:spcPts val="0"/>
              </a:spcAft>
              <a:buClr>
                <a:schemeClr val="dk1"/>
              </a:buClr>
              <a:buSzPts val="6000"/>
              <a:buNone/>
              <a:defRPr sz="6000">
                <a:solidFill>
                  <a:schemeClr val="dk1"/>
                </a:solidFill>
              </a:defRPr>
            </a:lvl3pPr>
            <a:lvl4pPr indent="-228600" lvl="3" marL="1828800" algn="l">
              <a:lnSpc>
                <a:spcPct val="85000"/>
              </a:lnSpc>
              <a:spcBef>
                <a:spcPts val="0"/>
              </a:spcBef>
              <a:spcAft>
                <a:spcPts val="0"/>
              </a:spcAft>
              <a:buClr>
                <a:schemeClr val="dk1"/>
              </a:buClr>
              <a:buSzPts val="6000"/>
              <a:buNone/>
              <a:defRPr sz="6000">
                <a:solidFill>
                  <a:schemeClr val="dk1"/>
                </a:solidFill>
              </a:defRPr>
            </a:lvl4pPr>
            <a:lvl5pPr indent="-228600" lvl="4" marL="2286000" algn="l">
              <a:lnSpc>
                <a:spcPct val="85000"/>
              </a:lnSpc>
              <a:spcBef>
                <a:spcPts val="0"/>
              </a:spcBef>
              <a:spcAft>
                <a:spcPts val="0"/>
              </a:spcAft>
              <a:buClr>
                <a:schemeClr val="dk1"/>
              </a:buClr>
              <a:buSzPts val="6000"/>
              <a:buNone/>
              <a:defRPr sz="6000">
                <a:solidFill>
                  <a:schemeClr val="dk1"/>
                </a:solidFill>
              </a:defRPr>
            </a:lvl5pPr>
            <a:lvl6pPr indent="-228600" lvl="5" marL="2743200" algn="l">
              <a:lnSpc>
                <a:spcPct val="85000"/>
              </a:lnSpc>
              <a:spcBef>
                <a:spcPts val="0"/>
              </a:spcBef>
              <a:spcAft>
                <a:spcPts val="0"/>
              </a:spcAft>
              <a:buClr>
                <a:schemeClr val="dk1"/>
              </a:buClr>
              <a:buSzPts val="6000"/>
              <a:buNone/>
              <a:defRPr sz="6000">
                <a:solidFill>
                  <a:schemeClr val="dk1"/>
                </a:solidFill>
              </a:defRPr>
            </a:lvl6pPr>
            <a:lvl7pPr indent="-228600" lvl="6" marL="3200400" algn="l">
              <a:lnSpc>
                <a:spcPct val="85000"/>
              </a:lnSpc>
              <a:spcBef>
                <a:spcPts val="0"/>
              </a:spcBef>
              <a:spcAft>
                <a:spcPts val="0"/>
              </a:spcAft>
              <a:buClr>
                <a:schemeClr val="dk1"/>
              </a:buClr>
              <a:buSzPts val="6000"/>
              <a:buNone/>
              <a:defRPr sz="6000">
                <a:solidFill>
                  <a:schemeClr val="dk1"/>
                </a:solidFill>
              </a:defRPr>
            </a:lvl7pPr>
            <a:lvl8pPr indent="-228600" lvl="7" marL="3657600" algn="l">
              <a:lnSpc>
                <a:spcPct val="85000"/>
              </a:lnSpc>
              <a:spcBef>
                <a:spcPts val="0"/>
              </a:spcBef>
              <a:spcAft>
                <a:spcPts val="0"/>
              </a:spcAft>
              <a:buClr>
                <a:schemeClr val="dk1"/>
              </a:buClr>
              <a:buSzPts val="6000"/>
              <a:buNone/>
              <a:defRPr sz="6000">
                <a:solidFill>
                  <a:schemeClr val="dk1"/>
                </a:solidFill>
              </a:defRPr>
            </a:lvl8pPr>
            <a:lvl9pPr indent="-228600" lvl="8" marL="4114800" algn="l">
              <a:lnSpc>
                <a:spcPct val="85000"/>
              </a:lnSpc>
              <a:spcBef>
                <a:spcPts val="0"/>
              </a:spcBef>
              <a:spcAft>
                <a:spcPts val="0"/>
              </a:spcAft>
              <a:buClr>
                <a:schemeClr val="dk1"/>
              </a:buClr>
              <a:buSzPts val="6000"/>
              <a:buNone/>
              <a:defRPr sz="6000">
                <a:solidFill>
                  <a:schemeClr val="dk1"/>
                </a:solidFill>
              </a:defRPr>
            </a:lvl9pPr>
          </a:lstStyle>
          <a:p/>
        </p:txBody>
      </p:sp>
      <p:sp>
        <p:nvSpPr>
          <p:cNvPr id="21" name="Google Shape;21;p14"/>
          <p:cNvSpPr txBox="1"/>
          <p:nvPr>
            <p:ph idx="4" type="body"/>
          </p:nvPr>
        </p:nvSpPr>
        <p:spPr>
          <a:xfrm>
            <a:off x="1326515" y="3475990"/>
            <a:ext cx="265176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600"/>
              <a:buFont typeface="Arial"/>
              <a:buNone/>
              <a:defRPr b="1" sz="1600"/>
            </a:lvl1pPr>
            <a:lvl2pPr indent="-228600" lvl="1" marL="914400" algn="l">
              <a:lnSpc>
                <a:spcPct val="100000"/>
              </a:lnSpc>
              <a:spcBef>
                <a:spcPts val="0"/>
              </a:spcBef>
              <a:spcAft>
                <a:spcPts val="0"/>
              </a:spcAft>
              <a:buClr>
                <a:schemeClr val="dk1"/>
              </a:buClr>
              <a:buSzPts val="1400"/>
              <a:buFont typeface="Arial"/>
              <a:buNone/>
              <a:defRPr sz="1400"/>
            </a:lvl2pPr>
            <a:lvl3pPr indent="-228600" lvl="2" marL="1371600" algn="l">
              <a:lnSpc>
                <a:spcPct val="100000"/>
              </a:lnSpc>
              <a:spcBef>
                <a:spcPts val="0"/>
              </a:spcBef>
              <a:spcAft>
                <a:spcPts val="0"/>
              </a:spcAft>
              <a:buClr>
                <a:schemeClr val="dk1"/>
              </a:buClr>
              <a:buSzPts val="1400"/>
              <a:buFont typeface="Arial"/>
              <a:buNone/>
              <a:defRPr sz="1400"/>
            </a:lvl3pPr>
            <a:lvl4pPr indent="-228600" lvl="3" marL="1828800" algn="l">
              <a:lnSpc>
                <a:spcPct val="100000"/>
              </a:lnSpc>
              <a:spcBef>
                <a:spcPts val="0"/>
              </a:spcBef>
              <a:spcAft>
                <a:spcPts val="0"/>
              </a:spcAft>
              <a:buClr>
                <a:schemeClr val="dk1"/>
              </a:buClr>
              <a:buSzPts val="1400"/>
              <a:buFont typeface="Arial"/>
              <a:buNone/>
              <a:defRPr sz="1400"/>
            </a:lvl4pPr>
            <a:lvl5pPr indent="-228600" lvl="4" marL="2286000" algn="l">
              <a:lnSpc>
                <a:spcPct val="100000"/>
              </a:lnSpc>
              <a:spcBef>
                <a:spcPts val="0"/>
              </a:spcBef>
              <a:spcAft>
                <a:spcPts val="0"/>
              </a:spcAft>
              <a:buClr>
                <a:schemeClr val="dk1"/>
              </a:buClr>
              <a:buSzPts val="1400"/>
              <a:buFont typeface="Arial"/>
              <a:buNone/>
              <a:defRPr sz="1400"/>
            </a:lvl5pPr>
            <a:lvl6pPr indent="-228600" lvl="5" marL="2743200" algn="l">
              <a:lnSpc>
                <a:spcPct val="100000"/>
              </a:lnSpc>
              <a:spcBef>
                <a:spcPts val="0"/>
              </a:spcBef>
              <a:spcAft>
                <a:spcPts val="0"/>
              </a:spcAft>
              <a:buClr>
                <a:schemeClr val="dk1"/>
              </a:buClr>
              <a:buSzPts val="1400"/>
              <a:buFont typeface="Arial"/>
              <a:buNone/>
              <a:defRPr sz="1400"/>
            </a:lvl6pPr>
            <a:lvl7pPr indent="-228600" lvl="6" marL="3200400" algn="l">
              <a:lnSpc>
                <a:spcPct val="100000"/>
              </a:lnSpc>
              <a:spcBef>
                <a:spcPts val="0"/>
              </a:spcBef>
              <a:spcAft>
                <a:spcPts val="0"/>
              </a:spcAft>
              <a:buClr>
                <a:schemeClr val="dk1"/>
              </a:buClr>
              <a:buSzPts val="1400"/>
              <a:buFont typeface="Arial"/>
              <a:buNone/>
              <a:defRPr sz="1400"/>
            </a:lvl7pPr>
            <a:lvl8pPr indent="-228600" lvl="7" marL="3657600" algn="l">
              <a:lnSpc>
                <a:spcPct val="100000"/>
              </a:lnSpc>
              <a:spcBef>
                <a:spcPts val="0"/>
              </a:spcBef>
              <a:spcAft>
                <a:spcPts val="0"/>
              </a:spcAft>
              <a:buClr>
                <a:schemeClr val="dk1"/>
              </a:buClr>
              <a:buSzPts val="1400"/>
              <a:buFont typeface="Arial"/>
              <a:buNone/>
              <a:defRPr sz="1400"/>
            </a:lvl8pPr>
            <a:lvl9pPr indent="-228600" lvl="8" marL="4114800" algn="l">
              <a:lnSpc>
                <a:spcPct val="100000"/>
              </a:lnSpc>
              <a:spcBef>
                <a:spcPts val="0"/>
              </a:spcBef>
              <a:spcAft>
                <a:spcPts val="0"/>
              </a:spcAft>
              <a:buClr>
                <a:schemeClr val="dk1"/>
              </a:buClr>
              <a:buSzPts val="1400"/>
              <a:buFont typeface="Arial"/>
              <a:buNone/>
              <a:defRPr sz="1400"/>
            </a:lvl9pPr>
          </a:lstStyle>
          <a:p/>
        </p:txBody>
      </p:sp>
      <p:sp>
        <p:nvSpPr>
          <p:cNvPr id="22" name="Google Shape;22;p14"/>
          <p:cNvSpPr txBox="1"/>
          <p:nvPr>
            <p:ph idx="5" type="body"/>
          </p:nvPr>
        </p:nvSpPr>
        <p:spPr>
          <a:xfrm>
            <a:off x="365123" y="4940300"/>
            <a:ext cx="822960" cy="9144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6000"/>
              <a:buNone/>
              <a:defRPr sz="6000">
                <a:solidFill>
                  <a:schemeClr val="dk1"/>
                </a:solidFill>
              </a:defRPr>
            </a:lvl1pPr>
            <a:lvl2pPr indent="-228600" lvl="1" marL="914400" algn="l">
              <a:lnSpc>
                <a:spcPct val="85000"/>
              </a:lnSpc>
              <a:spcBef>
                <a:spcPts val="0"/>
              </a:spcBef>
              <a:spcAft>
                <a:spcPts val="0"/>
              </a:spcAft>
              <a:buClr>
                <a:schemeClr val="dk1"/>
              </a:buClr>
              <a:buSzPts val="6000"/>
              <a:buNone/>
              <a:defRPr sz="6000">
                <a:solidFill>
                  <a:schemeClr val="dk1"/>
                </a:solidFill>
              </a:defRPr>
            </a:lvl2pPr>
            <a:lvl3pPr indent="-228600" lvl="2" marL="1371600" algn="l">
              <a:lnSpc>
                <a:spcPct val="85000"/>
              </a:lnSpc>
              <a:spcBef>
                <a:spcPts val="0"/>
              </a:spcBef>
              <a:spcAft>
                <a:spcPts val="0"/>
              </a:spcAft>
              <a:buClr>
                <a:schemeClr val="dk1"/>
              </a:buClr>
              <a:buSzPts val="6000"/>
              <a:buNone/>
              <a:defRPr sz="6000">
                <a:solidFill>
                  <a:schemeClr val="dk1"/>
                </a:solidFill>
              </a:defRPr>
            </a:lvl3pPr>
            <a:lvl4pPr indent="-228600" lvl="3" marL="1828800" algn="l">
              <a:lnSpc>
                <a:spcPct val="85000"/>
              </a:lnSpc>
              <a:spcBef>
                <a:spcPts val="0"/>
              </a:spcBef>
              <a:spcAft>
                <a:spcPts val="0"/>
              </a:spcAft>
              <a:buClr>
                <a:schemeClr val="dk1"/>
              </a:buClr>
              <a:buSzPts val="6000"/>
              <a:buNone/>
              <a:defRPr sz="6000">
                <a:solidFill>
                  <a:schemeClr val="dk1"/>
                </a:solidFill>
              </a:defRPr>
            </a:lvl4pPr>
            <a:lvl5pPr indent="-228600" lvl="4" marL="2286000" algn="l">
              <a:lnSpc>
                <a:spcPct val="85000"/>
              </a:lnSpc>
              <a:spcBef>
                <a:spcPts val="0"/>
              </a:spcBef>
              <a:spcAft>
                <a:spcPts val="0"/>
              </a:spcAft>
              <a:buClr>
                <a:schemeClr val="dk1"/>
              </a:buClr>
              <a:buSzPts val="6000"/>
              <a:buNone/>
              <a:defRPr sz="6000">
                <a:solidFill>
                  <a:schemeClr val="dk1"/>
                </a:solidFill>
              </a:defRPr>
            </a:lvl5pPr>
            <a:lvl6pPr indent="-228600" lvl="5" marL="2743200" algn="l">
              <a:lnSpc>
                <a:spcPct val="85000"/>
              </a:lnSpc>
              <a:spcBef>
                <a:spcPts val="0"/>
              </a:spcBef>
              <a:spcAft>
                <a:spcPts val="0"/>
              </a:spcAft>
              <a:buClr>
                <a:schemeClr val="dk1"/>
              </a:buClr>
              <a:buSzPts val="6000"/>
              <a:buNone/>
              <a:defRPr sz="6000">
                <a:solidFill>
                  <a:schemeClr val="dk1"/>
                </a:solidFill>
              </a:defRPr>
            </a:lvl6pPr>
            <a:lvl7pPr indent="-228600" lvl="6" marL="3200400" algn="l">
              <a:lnSpc>
                <a:spcPct val="85000"/>
              </a:lnSpc>
              <a:spcBef>
                <a:spcPts val="0"/>
              </a:spcBef>
              <a:spcAft>
                <a:spcPts val="0"/>
              </a:spcAft>
              <a:buClr>
                <a:schemeClr val="dk1"/>
              </a:buClr>
              <a:buSzPts val="6000"/>
              <a:buNone/>
              <a:defRPr sz="6000">
                <a:solidFill>
                  <a:schemeClr val="dk1"/>
                </a:solidFill>
              </a:defRPr>
            </a:lvl7pPr>
            <a:lvl8pPr indent="-228600" lvl="7" marL="3657600" algn="l">
              <a:lnSpc>
                <a:spcPct val="85000"/>
              </a:lnSpc>
              <a:spcBef>
                <a:spcPts val="0"/>
              </a:spcBef>
              <a:spcAft>
                <a:spcPts val="0"/>
              </a:spcAft>
              <a:buClr>
                <a:schemeClr val="dk1"/>
              </a:buClr>
              <a:buSzPts val="6000"/>
              <a:buNone/>
              <a:defRPr sz="6000">
                <a:solidFill>
                  <a:schemeClr val="dk1"/>
                </a:solidFill>
              </a:defRPr>
            </a:lvl8pPr>
            <a:lvl9pPr indent="-228600" lvl="8" marL="4114800" algn="l">
              <a:lnSpc>
                <a:spcPct val="85000"/>
              </a:lnSpc>
              <a:spcBef>
                <a:spcPts val="0"/>
              </a:spcBef>
              <a:spcAft>
                <a:spcPts val="0"/>
              </a:spcAft>
              <a:buClr>
                <a:schemeClr val="dk1"/>
              </a:buClr>
              <a:buSzPts val="6000"/>
              <a:buNone/>
              <a:defRPr sz="6000">
                <a:solidFill>
                  <a:schemeClr val="dk1"/>
                </a:solidFill>
              </a:defRPr>
            </a:lvl9pPr>
          </a:lstStyle>
          <a:p/>
        </p:txBody>
      </p:sp>
      <p:sp>
        <p:nvSpPr>
          <p:cNvPr id="23" name="Google Shape;23;p14"/>
          <p:cNvSpPr txBox="1"/>
          <p:nvPr>
            <p:ph idx="6" type="body"/>
          </p:nvPr>
        </p:nvSpPr>
        <p:spPr>
          <a:xfrm>
            <a:off x="1326515" y="4940300"/>
            <a:ext cx="265176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600"/>
              <a:buFont typeface="Arial"/>
              <a:buNone/>
              <a:defRPr b="1" sz="1600"/>
            </a:lvl1pPr>
            <a:lvl2pPr indent="-228600" lvl="1" marL="914400" algn="l">
              <a:lnSpc>
                <a:spcPct val="100000"/>
              </a:lnSpc>
              <a:spcBef>
                <a:spcPts val="0"/>
              </a:spcBef>
              <a:spcAft>
                <a:spcPts val="0"/>
              </a:spcAft>
              <a:buClr>
                <a:schemeClr val="dk1"/>
              </a:buClr>
              <a:buSzPts val="1400"/>
              <a:buFont typeface="Arial"/>
              <a:buNone/>
              <a:defRPr sz="1400"/>
            </a:lvl2pPr>
            <a:lvl3pPr indent="-228600" lvl="2" marL="1371600" algn="l">
              <a:lnSpc>
                <a:spcPct val="100000"/>
              </a:lnSpc>
              <a:spcBef>
                <a:spcPts val="0"/>
              </a:spcBef>
              <a:spcAft>
                <a:spcPts val="0"/>
              </a:spcAft>
              <a:buClr>
                <a:schemeClr val="dk1"/>
              </a:buClr>
              <a:buSzPts val="1400"/>
              <a:buFont typeface="Arial"/>
              <a:buNone/>
              <a:defRPr sz="1400"/>
            </a:lvl3pPr>
            <a:lvl4pPr indent="-228600" lvl="3" marL="1828800" algn="l">
              <a:lnSpc>
                <a:spcPct val="100000"/>
              </a:lnSpc>
              <a:spcBef>
                <a:spcPts val="0"/>
              </a:spcBef>
              <a:spcAft>
                <a:spcPts val="0"/>
              </a:spcAft>
              <a:buClr>
                <a:schemeClr val="dk1"/>
              </a:buClr>
              <a:buSzPts val="1400"/>
              <a:buFont typeface="Arial"/>
              <a:buNone/>
              <a:defRPr sz="1400"/>
            </a:lvl4pPr>
            <a:lvl5pPr indent="-228600" lvl="4" marL="2286000" algn="l">
              <a:lnSpc>
                <a:spcPct val="100000"/>
              </a:lnSpc>
              <a:spcBef>
                <a:spcPts val="0"/>
              </a:spcBef>
              <a:spcAft>
                <a:spcPts val="0"/>
              </a:spcAft>
              <a:buClr>
                <a:schemeClr val="dk1"/>
              </a:buClr>
              <a:buSzPts val="1400"/>
              <a:buFont typeface="Arial"/>
              <a:buNone/>
              <a:defRPr sz="1400"/>
            </a:lvl5pPr>
            <a:lvl6pPr indent="-228600" lvl="5" marL="2743200" algn="l">
              <a:lnSpc>
                <a:spcPct val="100000"/>
              </a:lnSpc>
              <a:spcBef>
                <a:spcPts val="0"/>
              </a:spcBef>
              <a:spcAft>
                <a:spcPts val="0"/>
              </a:spcAft>
              <a:buClr>
                <a:schemeClr val="dk1"/>
              </a:buClr>
              <a:buSzPts val="1400"/>
              <a:buFont typeface="Arial"/>
              <a:buNone/>
              <a:defRPr sz="1400"/>
            </a:lvl6pPr>
            <a:lvl7pPr indent="-228600" lvl="6" marL="3200400" algn="l">
              <a:lnSpc>
                <a:spcPct val="100000"/>
              </a:lnSpc>
              <a:spcBef>
                <a:spcPts val="0"/>
              </a:spcBef>
              <a:spcAft>
                <a:spcPts val="0"/>
              </a:spcAft>
              <a:buClr>
                <a:schemeClr val="dk1"/>
              </a:buClr>
              <a:buSzPts val="1400"/>
              <a:buFont typeface="Arial"/>
              <a:buNone/>
              <a:defRPr sz="1400"/>
            </a:lvl7pPr>
            <a:lvl8pPr indent="-228600" lvl="7" marL="3657600" algn="l">
              <a:lnSpc>
                <a:spcPct val="100000"/>
              </a:lnSpc>
              <a:spcBef>
                <a:spcPts val="0"/>
              </a:spcBef>
              <a:spcAft>
                <a:spcPts val="0"/>
              </a:spcAft>
              <a:buClr>
                <a:schemeClr val="dk1"/>
              </a:buClr>
              <a:buSzPts val="1400"/>
              <a:buFont typeface="Arial"/>
              <a:buNone/>
              <a:defRPr sz="1400"/>
            </a:lvl8pPr>
            <a:lvl9pPr indent="-228600" lvl="8" marL="4114800" algn="l">
              <a:lnSpc>
                <a:spcPct val="100000"/>
              </a:lnSpc>
              <a:spcBef>
                <a:spcPts val="0"/>
              </a:spcBef>
              <a:spcAft>
                <a:spcPts val="0"/>
              </a:spcAft>
              <a:buClr>
                <a:schemeClr val="dk1"/>
              </a:buClr>
              <a:buSzPts val="1400"/>
              <a:buFont typeface="Arial"/>
              <a:buNone/>
              <a:defRPr sz="1400"/>
            </a:lvl9pPr>
          </a:lstStyle>
          <a:p/>
        </p:txBody>
      </p:sp>
      <p:sp>
        <p:nvSpPr>
          <p:cNvPr id="24" name="Google Shape;24;p14"/>
          <p:cNvSpPr txBox="1"/>
          <p:nvPr>
            <p:ph idx="7" type="body"/>
          </p:nvPr>
        </p:nvSpPr>
        <p:spPr>
          <a:xfrm>
            <a:off x="4287264" y="2011680"/>
            <a:ext cx="822960" cy="9144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6000"/>
              <a:buNone/>
              <a:defRPr sz="6000">
                <a:solidFill>
                  <a:schemeClr val="dk1"/>
                </a:solidFill>
              </a:defRPr>
            </a:lvl1pPr>
            <a:lvl2pPr indent="-228600" lvl="1" marL="914400" algn="l">
              <a:lnSpc>
                <a:spcPct val="85000"/>
              </a:lnSpc>
              <a:spcBef>
                <a:spcPts val="0"/>
              </a:spcBef>
              <a:spcAft>
                <a:spcPts val="0"/>
              </a:spcAft>
              <a:buClr>
                <a:schemeClr val="dk1"/>
              </a:buClr>
              <a:buSzPts val="6000"/>
              <a:buNone/>
              <a:defRPr sz="6000">
                <a:solidFill>
                  <a:schemeClr val="dk1"/>
                </a:solidFill>
              </a:defRPr>
            </a:lvl2pPr>
            <a:lvl3pPr indent="-228600" lvl="2" marL="1371600" algn="l">
              <a:lnSpc>
                <a:spcPct val="85000"/>
              </a:lnSpc>
              <a:spcBef>
                <a:spcPts val="0"/>
              </a:spcBef>
              <a:spcAft>
                <a:spcPts val="0"/>
              </a:spcAft>
              <a:buClr>
                <a:schemeClr val="dk1"/>
              </a:buClr>
              <a:buSzPts val="6000"/>
              <a:buNone/>
              <a:defRPr sz="6000">
                <a:solidFill>
                  <a:schemeClr val="dk1"/>
                </a:solidFill>
              </a:defRPr>
            </a:lvl3pPr>
            <a:lvl4pPr indent="-228600" lvl="3" marL="1828800" algn="l">
              <a:lnSpc>
                <a:spcPct val="85000"/>
              </a:lnSpc>
              <a:spcBef>
                <a:spcPts val="0"/>
              </a:spcBef>
              <a:spcAft>
                <a:spcPts val="0"/>
              </a:spcAft>
              <a:buClr>
                <a:schemeClr val="dk1"/>
              </a:buClr>
              <a:buSzPts val="6000"/>
              <a:buNone/>
              <a:defRPr sz="6000">
                <a:solidFill>
                  <a:schemeClr val="dk1"/>
                </a:solidFill>
              </a:defRPr>
            </a:lvl4pPr>
            <a:lvl5pPr indent="-228600" lvl="4" marL="2286000" algn="l">
              <a:lnSpc>
                <a:spcPct val="85000"/>
              </a:lnSpc>
              <a:spcBef>
                <a:spcPts val="0"/>
              </a:spcBef>
              <a:spcAft>
                <a:spcPts val="0"/>
              </a:spcAft>
              <a:buClr>
                <a:schemeClr val="dk1"/>
              </a:buClr>
              <a:buSzPts val="6000"/>
              <a:buNone/>
              <a:defRPr sz="6000">
                <a:solidFill>
                  <a:schemeClr val="dk1"/>
                </a:solidFill>
              </a:defRPr>
            </a:lvl5pPr>
            <a:lvl6pPr indent="-228600" lvl="5" marL="2743200" algn="l">
              <a:lnSpc>
                <a:spcPct val="85000"/>
              </a:lnSpc>
              <a:spcBef>
                <a:spcPts val="0"/>
              </a:spcBef>
              <a:spcAft>
                <a:spcPts val="0"/>
              </a:spcAft>
              <a:buClr>
                <a:schemeClr val="dk1"/>
              </a:buClr>
              <a:buSzPts val="6000"/>
              <a:buNone/>
              <a:defRPr sz="6000">
                <a:solidFill>
                  <a:schemeClr val="dk1"/>
                </a:solidFill>
              </a:defRPr>
            </a:lvl6pPr>
            <a:lvl7pPr indent="-228600" lvl="6" marL="3200400" algn="l">
              <a:lnSpc>
                <a:spcPct val="85000"/>
              </a:lnSpc>
              <a:spcBef>
                <a:spcPts val="0"/>
              </a:spcBef>
              <a:spcAft>
                <a:spcPts val="0"/>
              </a:spcAft>
              <a:buClr>
                <a:schemeClr val="dk1"/>
              </a:buClr>
              <a:buSzPts val="6000"/>
              <a:buNone/>
              <a:defRPr sz="6000">
                <a:solidFill>
                  <a:schemeClr val="dk1"/>
                </a:solidFill>
              </a:defRPr>
            </a:lvl7pPr>
            <a:lvl8pPr indent="-228600" lvl="7" marL="3657600" algn="l">
              <a:lnSpc>
                <a:spcPct val="85000"/>
              </a:lnSpc>
              <a:spcBef>
                <a:spcPts val="0"/>
              </a:spcBef>
              <a:spcAft>
                <a:spcPts val="0"/>
              </a:spcAft>
              <a:buClr>
                <a:schemeClr val="dk1"/>
              </a:buClr>
              <a:buSzPts val="6000"/>
              <a:buNone/>
              <a:defRPr sz="6000">
                <a:solidFill>
                  <a:schemeClr val="dk1"/>
                </a:solidFill>
              </a:defRPr>
            </a:lvl8pPr>
            <a:lvl9pPr indent="-228600" lvl="8" marL="4114800" algn="l">
              <a:lnSpc>
                <a:spcPct val="85000"/>
              </a:lnSpc>
              <a:spcBef>
                <a:spcPts val="0"/>
              </a:spcBef>
              <a:spcAft>
                <a:spcPts val="0"/>
              </a:spcAft>
              <a:buClr>
                <a:schemeClr val="dk1"/>
              </a:buClr>
              <a:buSzPts val="6000"/>
              <a:buNone/>
              <a:defRPr sz="6000">
                <a:solidFill>
                  <a:schemeClr val="dk1"/>
                </a:solidFill>
              </a:defRPr>
            </a:lvl9pPr>
          </a:lstStyle>
          <a:p/>
        </p:txBody>
      </p:sp>
      <p:sp>
        <p:nvSpPr>
          <p:cNvPr id="25" name="Google Shape;25;p14"/>
          <p:cNvSpPr txBox="1"/>
          <p:nvPr>
            <p:ph idx="8" type="body"/>
          </p:nvPr>
        </p:nvSpPr>
        <p:spPr>
          <a:xfrm>
            <a:off x="5248656" y="2011680"/>
            <a:ext cx="265176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600"/>
              <a:buFont typeface="Arial"/>
              <a:buNone/>
              <a:defRPr b="1" sz="1600"/>
            </a:lvl1pPr>
            <a:lvl2pPr indent="-228600" lvl="1" marL="914400" algn="l">
              <a:lnSpc>
                <a:spcPct val="100000"/>
              </a:lnSpc>
              <a:spcBef>
                <a:spcPts val="0"/>
              </a:spcBef>
              <a:spcAft>
                <a:spcPts val="0"/>
              </a:spcAft>
              <a:buClr>
                <a:schemeClr val="dk1"/>
              </a:buClr>
              <a:buSzPts val="1400"/>
              <a:buFont typeface="Arial"/>
              <a:buNone/>
              <a:defRPr sz="1400"/>
            </a:lvl2pPr>
            <a:lvl3pPr indent="-228600" lvl="2" marL="1371600" algn="l">
              <a:lnSpc>
                <a:spcPct val="100000"/>
              </a:lnSpc>
              <a:spcBef>
                <a:spcPts val="0"/>
              </a:spcBef>
              <a:spcAft>
                <a:spcPts val="0"/>
              </a:spcAft>
              <a:buClr>
                <a:schemeClr val="dk1"/>
              </a:buClr>
              <a:buSzPts val="1400"/>
              <a:buFont typeface="Arial"/>
              <a:buNone/>
              <a:defRPr sz="1400"/>
            </a:lvl3pPr>
            <a:lvl4pPr indent="-228600" lvl="3" marL="1828800" algn="l">
              <a:lnSpc>
                <a:spcPct val="100000"/>
              </a:lnSpc>
              <a:spcBef>
                <a:spcPts val="0"/>
              </a:spcBef>
              <a:spcAft>
                <a:spcPts val="0"/>
              </a:spcAft>
              <a:buClr>
                <a:schemeClr val="dk1"/>
              </a:buClr>
              <a:buSzPts val="1400"/>
              <a:buFont typeface="Arial"/>
              <a:buNone/>
              <a:defRPr sz="1400"/>
            </a:lvl4pPr>
            <a:lvl5pPr indent="-228600" lvl="4" marL="2286000" algn="l">
              <a:lnSpc>
                <a:spcPct val="100000"/>
              </a:lnSpc>
              <a:spcBef>
                <a:spcPts val="0"/>
              </a:spcBef>
              <a:spcAft>
                <a:spcPts val="0"/>
              </a:spcAft>
              <a:buClr>
                <a:schemeClr val="dk1"/>
              </a:buClr>
              <a:buSzPts val="1400"/>
              <a:buFont typeface="Arial"/>
              <a:buNone/>
              <a:defRPr sz="1400"/>
            </a:lvl5pPr>
            <a:lvl6pPr indent="-228600" lvl="5" marL="2743200" algn="l">
              <a:lnSpc>
                <a:spcPct val="100000"/>
              </a:lnSpc>
              <a:spcBef>
                <a:spcPts val="0"/>
              </a:spcBef>
              <a:spcAft>
                <a:spcPts val="0"/>
              </a:spcAft>
              <a:buClr>
                <a:schemeClr val="dk1"/>
              </a:buClr>
              <a:buSzPts val="1400"/>
              <a:buFont typeface="Arial"/>
              <a:buNone/>
              <a:defRPr sz="1400"/>
            </a:lvl6pPr>
            <a:lvl7pPr indent="-228600" lvl="6" marL="3200400" algn="l">
              <a:lnSpc>
                <a:spcPct val="100000"/>
              </a:lnSpc>
              <a:spcBef>
                <a:spcPts val="0"/>
              </a:spcBef>
              <a:spcAft>
                <a:spcPts val="0"/>
              </a:spcAft>
              <a:buClr>
                <a:schemeClr val="dk1"/>
              </a:buClr>
              <a:buSzPts val="1400"/>
              <a:buFont typeface="Arial"/>
              <a:buNone/>
              <a:defRPr sz="1400"/>
            </a:lvl7pPr>
            <a:lvl8pPr indent="-228600" lvl="7" marL="3657600" algn="l">
              <a:lnSpc>
                <a:spcPct val="100000"/>
              </a:lnSpc>
              <a:spcBef>
                <a:spcPts val="0"/>
              </a:spcBef>
              <a:spcAft>
                <a:spcPts val="0"/>
              </a:spcAft>
              <a:buClr>
                <a:schemeClr val="dk1"/>
              </a:buClr>
              <a:buSzPts val="1400"/>
              <a:buFont typeface="Arial"/>
              <a:buNone/>
              <a:defRPr sz="1400"/>
            </a:lvl8pPr>
            <a:lvl9pPr indent="-228600" lvl="8" marL="4114800" algn="l">
              <a:lnSpc>
                <a:spcPct val="100000"/>
              </a:lnSpc>
              <a:spcBef>
                <a:spcPts val="0"/>
              </a:spcBef>
              <a:spcAft>
                <a:spcPts val="0"/>
              </a:spcAft>
              <a:buClr>
                <a:schemeClr val="dk1"/>
              </a:buClr>
              <a:buSzPts val="1400"/>
              <a:buFont typeface="Arial"/>
              <a:buNone/>
              <a:defRPr sz="1400"/>
            </a:lvl9pPr>
          </a:lstStyle>
          <a:p/>
        </p:txBody>
      </p:sp>
      <p:sp>
        <p:nvSpPr>
          <p:cNvPr id="26" name="Google Shape;26;p14"/>
          <p:cNvSpPr txBox="1"/>
          <p:nvPr>
            <p:ph idx="9" type="body"/>
          </p:nvPr>
        </p:nvSpPr>
        <p:spPr>
          <a:xfrm>
            <a:off x="4287264" y="3475990"/>
            <a:ext cx="822960" cy="9144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6000"/>
              <a:buNone/>
              <a:defRPr sz="6000">
                <a:solidFill>
                  <a:schemeClr val="dk1"/>
                </a:solidFill>
              </a:defRPr>
            </a:lvl1pPr>
            <a:lvl2pPr indent="-228600" lvl="1" marL="914400" algn="l">
              <a:lnSpc>
                <a:spcPct val="85000"/>
              </a:lnSpc>
              <a:spcBef>
                <a:spcPts val="0"/>
              </a:spcBef>
              <a:spcAft>
                <a:spcPts val="0"/>
              </a:spcAft>
              <a:buClr>
                <a:schemeClr val="dk1"/>
              </a:buClr>
              <a:buSzPts val="6000"/>
              <a:buNone/>
              <a:defRPr sz="6000">
                <a:solidFill>
                  <a:schemeClr val="dk1"/>
                </a:solidFill>
              </a:defRPr>
            </a:lvl2pPr>
            <a:lvl3pPr indent="-228600" lvl="2" marL="1371600" algn="l">
              <a:lnSpc>
                <a:spcPct val="85000"/>
              </a:lnSpc>
              <a:spcBef>
                <a:spcPts val="0"/>
              </a:spcBef>
              <a:spcAft>
                <a:spcPts val="0"/>
              </a:spcAft>
              <a:buClr>
                <a:schemeClr val="dk1"/>
              </a:buClr>
              <a:buSzPts val="6000"/>
              <a:buNone/>
              <a:defRPr sz="6000">
                <a:solidFill>
                  <a:schemeClr val="dk1"/>
                </a:solidFill>
              </a:defRPr>
            </a:lvl3pPr>
            <a:lvl4pPr indent="-228600" lvl="3" marL="1828800" algn="l">
              <a:lnSpc>
                <a:spcPct val="85000"/>
              </a:lnSpc>
              <a:spcBef>
                <a:spcPts val="0"/>
              </a:spcBef>
              <a:spcAft>
                <a:spcPts val="0"/>
              </a:spcAft>
              <a:buClr>
                <a:schemeClr val="dk1"/>
              </a:buClr>
              <a:buSzPts val="6000"/>
              <a:buNone/>
              <a:defRPr sz="6000">
                <a:solidFill>
                  <a:schemeClr val="dk1"/>
                </a:solidFill>
              </a:defRPr>
            </a:lvl4pPr>
            <a:lvl5pPr indent="-228600" lvl="4" marL="2286000" algn="l">
              <a:lnSpc>
                <a:spcPct val="85000"/>
              </a:lnSpc>
              <a:spcBef>
                <a:spcPts val="0"/>
              </a:spcBef>
              <a:spcAft>
                <a:spcPts val="0"/>
              </a:spcAft>
              <a:buClr>
                <a:schemeClr val="dk1"/>
              </a:buClr>
              <a:buSzPts val="6000"/>
              <a:buNone/>
              <a:defRPr sz="6000">
                <a:solidFill>
                  <a:schemeClr val="dk1"/>
                </a:solidFill>
              </a:defRPr>
            </a:lvl5pPr>
            <a:lvl6pPr indent="-228600" lvl="5" marL="2743200" algn="l">
              <a:lnSpc>
                <a:spcPct val="85000"/>
              </a:lnSpc>
              <a:spcBef>
                <a:spcPts val="0"/>
              </a:spcBef>
              <a:spcAft>
                <a:spcPts val="0"/>
              </a:spcAft>
              <a:buClr>
                <a:schemeClr val="dk1"/>
              </a:buClr>
              <a:buSzPts val="6000"/>
              <a:buNone/>
              <a:defRPr sz="6000">
                <a:solidFill>
                  <a:schemeClr val="dk1"/>
                </a:solidFill>
              </a:defRPr>
            </a:lvl6pPr>
            <a:lvl7pPr indent="-228600" lvl="6" marL="3200400" algn="l">
              <a:lnSpc>
                <a:spcPct val="85000"/>
              </a:lnSpc>
              <a:spcBef>
                <a:spcPts val="0"/>
              </a:spcBef>
              <a:spcAft>
                <a:spcPts val="0"/>
              </a:spcAft>
              <a:buClr>
                <a:schemeClr val="dk1"/>
              </a:buClr>
              <a:buSzPts val="6000"/>
              <a:buNone/>
              <a:defRPr sz="6000">
                <a:solidFill>
                  <a:schemeClr val="dk1"/>
                </a:solidFill>
              </a:defRPr>
            </a:lvl7pPr>
            <a:lvl8pPr indent="-228600" lvl="7" marL="3657600" algn="l">
              <a:lnSpc>
                <a:spcPct val="85000"/>
              </a:lnSpc>
              <a:spcBef>
                <a:spcPts val="0"/>
              </a:spcBef>
              <a:spcAft>
                <a:spcPts val="0"/>
              </a:spcAft>
              <a:buClr>
                <a:schemeClr val="dk1"/>
              </a:buClr>
              <a:buSzPts val="6000"/>
              <a:buNone/>
              <a:defRPr sz="6000">
                <a:solidFill>
                  <a:schemeClr val="dk1"/>
                </a:solidFill>
              </a:defRPr>
            </a:lvl8pPr>
            <a:lvl9pPr indent="-228600" lvl="8" marL="4114800" algn="l">
              <a:lnSpc>
                <a:spcPct val="85000"/>
              </a:lnSpc>
              <a:spcBef>
                <a:spcPts val="0"/>
              </a:spcBef>
              <a:spcAft>
                <a:spcPts val="0"/>
              </a:spcAft>
              <a:buClr>
                <a:schemeClr val="dk1"/>
              </a:buClr>
              <a:buSzPts val="6000"/>
              <a:buNone/>
              <a:defRPr sz="6000">
                <a:solidFill>
                  <a:schemeClr val="dk1"/>
                </a:solidFill>
              </a:defRPr>
            </a:lvl9pPr>
          </a:lstStyle>
          <a:p/>
        </p:txBody>
      </p:sp>
      <p:sp>
        <p:nvSpPr>
          <p:cNvPr id="27" name="Google Shape;27;p14"/>
          <p:cNvSpPr txBox="1"/>
          <p:nvPr>
            <p:ph idx="13" type="body"/>
          </p:nvPr>
        </p:nvSpPr>
        <p:spPr>
          <a:xfrm>
            <a:off x="5248656" y="3475990"/>
            <a:ext cx="265176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600"/>
              <a:buFont typeface="Arial"/>
              <a:buNone/>
              <a:defRPr b="1" sz="1600"/>
            </a:lvl1pPr>
            <a:lvl2pPr indent="-228600" lvl="1" marL="914400" algn="l">
              <a:lnSpc>
                <a:spcPct val="100000"/>
              </a:lnSpc>
              <a:spcBef>
                <a:spcPts val="0"/>
              </a:spcBef>
              <a:spcAft>
                <a:spcPts val="0"/>
              </a:spcAft>
              <a:buClr>
                <a:schemeClr val="dk1"/>
              </a:buClr>
              <a:buSzPts val="1400"/>
              <a:buFont typeface="Arial"/>
              <a:buNone/>
              <a:defRPr sz="1400"/>
            </a:lvl2pPr>
            <a:lvl3pPr indent="-228600" lvl="2" marL="1371600" algn="l">
              <a:lnSpc>
                <a:spcPct val="100000"/>
              </a:lnSpc>
              <a:spcBef>
                <a:spcPts val="0"/>
              </a:spcBef>
              <a:spcAft>
                <a:spcPts val="0"/>
              </a:spcAft>
              <a:buClr>
                <a:schemeClr val="dk1"/>
              </a:buClr>
              <a:buSzPts val="1400"/>
              <a:buFont typeface="Arial"/>
              <a:buNone/>
              <a:defRPr sz="1400"/>
            </a:lvl3pPr>
            <a:lvl4pPr indent="-228600" lvl="3" marL="1828800" algn="l">
              <a:lnSpc>
                <a:spcPct val="100000"/>
              </a:lnSpc>
              <a:spcBef>
                <a:spcPts val="0"/>
              </a:spcBef>
              <a:spcAft>
                <a:spcPts val="0"/>
              </a:spcAft>
              <a:buClr>
                <a:schemeClr val="dk1"/>
              </a:buClr>
              <a:buSzPts val="1400"/>
              <a:buFont typeface="Arial"/>
              <a:buNone/>
              <a:defRPr sz="1400"/>
            </a:lvl4pPr>
            <a:lvl5pPr indent="-228600" lvl="4" marL="2286000" algn="l">
              <a:lnSpc>
                <a:spcPct val="100000"/>
              </a:lnSpc>
              <a:spcBef>
                <a:spcPts val="0"/>
              </a:spcBef>
              <a:spcAft>
                <a:spcPts val="0"/>
              </a:spcAft>
              <a:buClr>
                <a:schemeClr val="dk1"/>
              </a:buClr>
              <a:buSzPts val="1400"/>
              <a:buFont typeface="Arial"/>
              <a:buNone/>
              <a:defRPr sz="1400"/>
            </a:lvl5pPr>
            <a:lvl6pPr indent="-228600" lvl="5" marL="2743200" algn="l">
              <a:lnSpc>
                <a:spcPct val="100000"/>
              </a:lnSpc>
              <a:spcBef>
                <a:spcPts val="0"/>
              </a:spcBef>
              <a:spcAft>
                <a:spcPts val="0"/>
              </a:spcAft>
              <a:buClr>
                <a:schemeClr val="dk1"/>
              </a:buClr>
              <a:buSzPts val="1400"/>
              <a:buFont typeface="Arial"/>
              <a:buNone/>
              <a:defRPr sz="1400"/>
            </a:lvl6pPr>
            <a:lvl7pPr indent="-228600" lvl="6" marL="3200400" algn="l">
              <a:lnSpc>
                <a:spcPct val="100000"/>
              </a:lnSpc>
              <a:spcBef>
                <a:spcPts val="0"/>
              </a:spcBef>
              <a:spcAft>
                <a:spcPts val="0"/>
              </a:spcAft>
              <a:buClr>
                <a:schemeClr val="dk1"/>
              </a:buClr>
              <a:buSzPts val="1400"/>
              <a:buFont typeface="Arial"/>
              <a:buNone/>
              <a:defRPr sz="1400"/>
            </a:lvl7pPr>
            <a:lvl8pPr indent="-228600" lvl="7" marL="3657600" algn="l">
              <a:lnSpc>
                <a:spcPct val="100000"/>
              </a:lnSpc>
              <a:spcBef>
                <a:spcPts val="0"/>
              </a:spcBef>
              <a:spcAft>
                <a:spcPts val="0"/>
              </a:spcAft>
              <a:buClr>
                <a:schemeClr val="dk1"/>
              </a:buClr>
              <a:buSzPts val="1400"/>
              <a:buFont typeface="Arial"/>
              <a:buNone/>
              <a:defRPr sz="1400"/>
            </a:lvl8pPr>
            <a:lvl9pPr indent="-228600" lvl="8" marL="4114800" algn="l">
              <a:lnSpc>
                <a:spcPct val="100000"/>
              </a:lnSpc>
              <a:spcBef>
                <a:spcPts val="0"/>
              </a:spcBef>
              <a:spcAft>
                <a:spcPts val="0"/>
              </a:spcAft>
              <a:buClr>
                <a:schemeClr val="dk1"/>
              </a:buClr>
              <a:buSzPts val="1400"/>
              <a:buFont typeface="Arial"/>
              <a:buNone/>
              <a:defRPr sz="1400"/>
            </a:lvl9pPr>
          </a:lstStyle>
          <a:p/>
        </p:txBody>
      </p:sp>
      <p:sp>
        <p:nvSpPr>
          <p:cNvPr id="28" name="Google Shape;28;p14"/>
          <p:cNvSpPr txBox="1"/>
          <p:nvPr>
            <p:ph idx="14" type="body"/>
          </p:nvPr>
        </p:nvSpPr>
        <p:spPr>
          <a:xfrm>
            <a:off x="4287264" y="4940300"/>
            <a:ext cx="822960" cy="9144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6000"/>
              <a:buNone/>
              <a:defRPr sz="6000">
                <a:solidFill>
                  <a:schemeClr val="dk1"/>
                </a:solidFill>
              </a:defRPr>
            </a:lvl1pPr>
            <a:lvl2pPr indent="-228600" lvl="1" marL="914400" algn="l">
              <a:lnSpc>
                <a:spcPct val="85000"/>
              </a:lnSpc>
              <a:spcBef>
                <a:spcPts val="0"/>
              </a:spcBef>
              <a:spcAft>
                <a:spcPts val="0"/>
              </a:spcAft>
              <a:buClr>
                <a:schemeClr val="dk1"/>
              </a:buClr>
              <a:buSzPts val="6000"/>
              <a:buNone/>
              <a:defRPr sz="6000">
                <a:solidFill>
                  <a:schemeClr val="dk1"/>
                </a:solidFill>
              </a:defRPr>
            </a:lvl2pPr>
            <a:lvl3pPr indent="-228600" lvl="2" marL="1371600" algn="l">
              <a:lnSpc>
                <a:spcPct val="85000"/>
              </a:lnSpc>
              <a:spcBef>
                <a:spcPts val="0"/>
              </a:spcBef>
              <a:spcAft>
                <a:spcPts val="0"/>
              </a:spcAft>
              <a:buClr>
                <a:schemeClr val="dk1"/>
              </a:buClr>
              <a:buSzPts val="6000"/>
              <a:buNone/>
              <a:defRPr sz="6000">
                <a:solidFill>
                  <a:schemeClr val="dk1"/>
                </a:solidFill>
              </a:defRPr>
            </a:lvl3pPr>
            <a:lvl4pPr indent="-228600" lvl="3" marL="1828800" algn="l">
              <a:lnSpc>
                <a:spcPct val="85000"/>
              </a:lnSpc>
              <a:spcBef>
                <a:spcPts val="0"/>
              </a:spcBef>
              <a:spcAft>
                <a:spcPts val="0"/>
              </a:spcAft>
              <a:buClr>
                <a:schemeClr val="dk1"/>
              </a:buClr>
              <a:buSzPts val="6000"/>
              <a:buNone/>
              <a:defRPr sz="6000">
                <a:solidFill>
                  <a:schemeClr val="dk1"/>
                </a:solidFill>
              </a:defRPr>
            </a:lvl4pPr>
            <a:lvl5pPr indent="-228600" lvl="4" marL="2286000" algn="l">
              <a:lnSpc>
                <a:spcPct val="85000"/>
              </a:lnSpc>
              <a:spcBef>
                <a:spcPts val="0"/>
              </a:spcBef>
              <a:spcAft>
                <a:spcPts val="0"/>
              </a:spcAft>
              <a:buClr>
                <a:schemeClr val="dk1"/>
              </a:buClr>
              <a:buSzPts val="6000"/>
              <a:buNone/>
              <a:defRPr sz="6000">
                <a:solidFill>
                  <a:schemeClr val="dk1"/>
                </a:solidFill>
              </a:defRPr>
            </a:lvl5pPr>
            <a:lvl6pPr indent="-228600" lvl="5" marL="2743200" algn="l">
              <a:lnSpc>
                <a:spcPct val="85000"/>
              </a:lnSpc>
              <a:spcBef>
                <a:spcPts val="0"/>
              </a:spcBef>
              <a:spcAft>
                <a:spcPts val="0"/>
              </a:spcAft>
              <a:buClr>
                <a:schemeClr val="dk1"/>
              </a:buClr>
              <a:buSzPts val="6000"/>
              <a:buNone/>
              <a:defRPr sz="6000">
                <a:solidFill>
                  <a:schemeClr val="dk1"/>
                </a:solidFill>
              </a:defRPr>
            </a:lvl6pPr>
            <a:lvl7pPr indent="-228600" lvl="6" marL="3200400" algn="l">
              <a:lnSpc>
                <a:spcPct val="85000"/>
              </a:lnSpc>
              <a:spcBef>
                <a:spcPts val="0"/>
              </a:spcBef>
              <a:spcAft>
                <a:spcPts val="0"/>
              </a:spcAft>
              <a:buClr>
                <a:schemeClr val="dk1"/>
              </a:buClr>
              <a:buSzPts val="6000"/>
              <a:buNone/>
              <a:defRPr sz="6000">
                <a:solidFill>
                  <a:schemeClr val="dk1"/>
                </a:solidFill>
              </a:defRPr>
            </a:lvl7pPr>
            <a:lvl8pPr indent="-228600" lvl="7" marL="3657600" algn="l">
              <a:lnSpc>
                <a:spcPct val="85000"/>
              </a:lnSpc>
              <a:spcBef>
                <a:spcPts val="0"/>
              </a:spcBef>
              <a:spcAft>
                <a:spcPts val="0"/>
              </a:spcAft>
              <a:buClr>
                <a:schemeClr val="dk1"/>
              </a:buClr>
              <a:buSzPts val="6000"/>
              <a:buNone/>
              <a:defRPr sz="6000">
                <a:solidFill>
                  <a:schemeClr val="dk1"/>
                </a:solidFill>
              </a:defRPr>
            </a:lvl8pPr>
            <a:lvl9pPr indent="-228600" lvl="8" marL="4114800" algn="l">
              <a:lnSpc>
                <a:spcPct val="85000"/>
              </a:lnSpc>
              <a:spcBef>
                <a:spcPts val="0"/>
              </a:spcBef>
              <a:spcAft>
                <a:spcPts val="0"/>
              </a:spcAft>
              <a:buClr>
                <a:schemeClr val="dk1"/>
              </a:buClr>
              <a:buSzPts val="6000"/>
              <a:buNone/>
              <a:defRPr sz="6000">
                <a:solidFill>
                  <a:schemeClr val="dk1"/>
                </a:solidFill>
              </a:defRPr>
            </a:lvl9pPr>
          </a:lstStyle>
          <a:p/>
        </p:txBody>
      </p:sp>
      <p:sp>
        <p:nvSpPr>
          <p:cNvPr id="29" name="Google Shape;29;p14"/>
          <p:cNvSpPr txBox="1"/>
          <p:nvPr>
            <p:ph idx="15" type="body"/>
          </p:nvPr>
        </p:nvSpPr>
        <p:spPr>
          <a:xfrm>
            <a:off x="5248656" y="4940300"/>
            <a:ext cx="265176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600"/>
              <a:buFont typeface="Arial"/>
              <a:buNone/>
              <a:defRPr b="1" sz="1600"/>
            </a:lvl1pPr>
            <a:lvl2pPr indent="-228600" lvl="1" marL="914400" algn="l">
              <a:lnSpc>
                <a:spcPct val="100000"/>
              </a:lnSpc>
              <a:spcBef>
                <a:spcPts val="0"/>
              </a:spcBef>
              <a:spcAft>
                <a:spcPts val="0"/>
              </a:spcAft>
              <a:buClr>
                <a:schemeClr val="dk1"/>
              </a:buClr>
              <a:buSzPts val="1400"/>
              <a:buFont typeface="Arial"/>
              <a:buNone/>
              <a:defRPr sz="1400"/>
            </a:lvl2pPr>
            <a:lvl3pPr indent="-228600" lvl="2" marL="1371600" algn="l">
              <a:lnSpc>
                <a:spcPct val="100000"/>
              </a:lnSpc>
              <a:spcBef>
                <a:spcPts val="0"/>
              </a:spcBef>
              <a:spcAft>
                <a:spcPts val="0"/>
              </a:spcAft>
              <a:buClr>
                <a:schemeClr val="dk1"/>
              </a:buClr>
              <a:buSzPts val="1400"/>
              <a:buFont typeface="Arial"/>
              <a:buNone/>
              <a:defRPr sz="1400"/>
            </a:lvl3pPr>
            <a:lvl4pPr indent="-228600" lvl="3" marL="1828800" algn="l">
              <a:lnSpc>
                <a:spcPct val="100000"/>
              </a:lnSpc>
              <a:spcBef>
                <a:spcPts val="0"/>
              </a:spcBef>
              <a:spcAft>
                <a:spcPts val="0"/>
              </a:spcAft>
              <a:buClr>
                <a:schemeClr val="dk1"/>
              </a:buClr>
              <a:buSzPts val="1400"/>
              <a:buFont typeface="Arial"/>
              <a:buNone/>
              <a:defRPr sz="1400"/>
            </a:lvl4pPr>
            <a:lvl5pPr indent="-228600" lvl="4" marL="2286000" algn="l">
              <a:lnSpc>
                <a:spcPct val="100000"/>
              </a:lnSpc>
              <a:spcBef>
                <a:spcPts val="0"/>
              </a:spcBef>
              <a:spcAft>
                <a:spcPts val="0"/>
              </a:spcAft>
              <a:buClr>
                <a:schemeClr val="dk1"/>
              </a:buClr>
              <a:buSzPts val="1400"/>
              <a:buFont typeface="Arial"/>
              <a:buNone/>
              <a:defRPr sz="1400"/>
            </a:lvl5pPr>
            <a:lvl6pPr indent="-228600" lvl="5" marL="2743200" algn="l">
              <a:lnSpc>
                <a:spcPct val="100000"/>
              </a:lnSpc>
              <a:spcBef>
                <a:spcPts val="0"/>
              </a:spcBef>
              <a:spcAft>
                <a:spcPts val="0"/>
              </a:spcAft>
              <a:buClr>
                <a:schemeClr val="dk1"/>
              </a:buClr>
              <a:buSzPts val="1400"/>
              <a:buFont typeface="Arial"/>
              <a:buNone/>
              <a:defRPr sz="1400"/>
            </a:lvl6pPr>
            <a:lvl7pPr indent="-228600" lvl="6" marL="3200400" algn="l">
              <a:lnSpc>
                <a:spcPct val="100000"/>
              </a:lnSpc>
              <a:spcBef>
                <a:spcPts val="0"/>
              </a:spcBef>
              <a:spcAft>
                <a:spcPts val="0"/>
              </a:spcAft>
              <a:buClr>
                <a:schemeClr val="dk1"/>
              </a:buClr>
              <a:buSzPts val="1400"/>
              <a:buFont typeface="Arial"/>
              <a:buNone/>
              <a:defRPr sz="1400"/>
            </a:lvl7pPr>
            <a:lvl8pPr indent="-228600" lvl="7" marL="3657600" algn="l">
              <a:lnSpc>
                <a:spcPct val="100000"/>
              </a:lnSpc>
              <a:spcBef>
                <a:spcPts val="0"/>
              </a:spcBef>
              <a:spcAft>
                <a:spcPts val="0"/>
              </a:spcAft>
              <a:buClr>
                <a:schemeClr val="dk1"/>
              </a:buClr>
              <a:buSzPts val="1400"/>
              <a:buFont typeface="Arial"/>
              <a:buNone/>
              <a:defRPr sz="1400"/>
            </a:lvl8pPr>
            <a:lvl9pPr indent="-228600" lvl="8" marL="4114800" algn="l">
              <a:lnSpc>
                <a:spcPct val="100000"/>
              </a:lnSpc>
              <a:spcBef>
                <a:spcPts val="0"/>
              </a:spcBef>
              <a:spcAft>
                <a:spcPts val="0"/>
              </a:spcAft>
              <a:buClr>
                <a:schemeClr val="dk1"/>
              </a:buClr>
              <a:buSzPts val="1400"/>
              <a:buFont typeface="Arial"/>
              <a:buNone/>
              <a:defRPr sz="1400"/>
            </a:lvl9pPr>
          </a:lstStyle>
          <a:p/>
        </p:txBody>
      </p:sp>
      <p:sp>
        <p:nvSpPr>
          <p:cNvPr id="30" name="Google Shape;30;p14"/>
          <p:cNvSpPr txBox="1"/>
          <p:nvPr>
            <p:ph idx="16" type="body"/>
          </p:nvPr>
        </p:nvSpPr>
        <p:spPr>
          <a:xfrm>
            <a:off x="8210040" y="2011680"/>
            <a:ext cx="822960" cy="9144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6000"/>
              <a:buNone/>
              <a:defRPr sz="6000">
                <a:solidFill>
                  <a:schemeClr val="dk1"/>
                </a:solidFill>
              </a:defRPr>
            </a:lvl1pPr>
            <a:lvl2pPr indent="-228600" lvl="1" marL="914400" algn="l">
              <a:lnSpc>
                <a:spcPct val="85000"/>
              </a:lnSpc>
              <a:spcBef>
                <a:spcPts val="0"/>
              </a:spcBef>
              <a:spcAft>
                <a:spcPts val="0"/>
              </a:spcAft>
              <a:buClr>
                <a:schemeClr val="dk1"/>
              </a:buClr>
              <a:buSzPts val="6000"/>
              <a:buNone/>
              <a:defRPr sz="6000">
                <a:solidFill>
                  <a:schemeClr val="dk1"/>
                </a:solidFill>
              </a:defRPr>
            </a:lvl2pPr>
            <a:lvl3pPr indent="-228600" lvl="2" marL="1371600" algn="l">
              <a:lnSpc>
                <a:spcPct val="85000"/>
              </a:lnSpc>
              <a:spcBef>
                <a:spcPts val="0"/>
              </a:spcBef>
              <a:spcAft>
                <a:spcPts val="0"/>
              </a:spcAft>
              <a:buClr>
                <a:schemeClr val="dk1"/>
              </a:buClr>
              <a:buSzPts val="6000"/>
              <a:buNone/>
              <a:defRPr sz="6000">
                <a:solidFill>
                  <a:schemeClr val="dk1"/>
                </a:solidFill>
              </a:defRPr>
            </a:lvl3pPr>
            <a:lvl4pPr indent="-228600" lvl="3" marL="1828800" algn="l">
              <a:lnSpc>
                <a:spcPct val="85000"/>
              </a:lnSpc>
              <a:spcBef>
                <a:spcPts val="0"/>
              </a:spcBef>
              <a:spcAft>
                <a:spcPts val="0"/>
              </a:spcAft>
              <a:buClr>
                <a:schemeClr val="dk1"/>
              </a:buClr>
              <a:buSzPts val="6000"/>
              <a:buNone/>
              <a:defRPr sz="6000">
                <a:solidFill>
                  <a:schemeClr val="dk1"/>
                </a:solidFill>
              </a:defRPr>
            </a:lvl4pPr>
            <a:lvl5pPr indent="-228600" lvl="4" marL="2286000" algn="l">
              <a:lnSpc>
                <a:spcPct val="85000"/>
              </a:lnSpc>
              <a:spcBef>
                <a:spcPts val="0"/>
              </a:spcBef>
              <a:spcAft>
                <a:spcPts val="0"/>
              </a:spcAft>
              <a:buClr>
                <a:schemeClr val="dk1"/>
              </a:buClr>
              <a:buSzPts val="6000"/>
              <a:buNone/>
              <a:defRPr sz="6000">
                <a:solidFill>
                  <a:schemeClr val="dk1"/>
                </a:solidFill>
              </a:defRPr>
            </a:lvl5pPr>
            <a:lvl6pPr indent="-228600" lvl="5" marL="2743200" algn="l">
              <a:lnSpc>
                <a:spcPct val="85000"/>
              </a:lnSpc>
              <a:spcBef>
                <a:spcPts val="0"/>
              </a:spcBef>
              <a:spcAft>
                <a:spcPts val="0"/>
              </a:spcAft>
              <a:buClr>
                <a:schemeClr val="dk1"/>
              </a:buClr>
              <a:buSzPts val="6000"/>
              <a:buNone/>
              <a:defRPr sz="6000">
                <a:solidFill>
                  <a:schemeClr val="dk1"/>
                </a:solidFill>
              </a:defRPr>
            </a:lvl6pPr>
            <a:lvl7pPr indent="-228600" lvl="6" marL="3200400" algn="l">
              <a:lnSpc>
                <a:spcPct val="85000"/>
              </a:lnSpc>
              <a:spcBef>
                <a:spcPts val="0"/>
              </a:spcBef>
              <a:spcAft>
                <a:spcPts val="0"/>
              </a:spcAft>
              <a:buClr>
                <a:schemeClr val="dk1"/>
              </a:buClr>
              <a:buSzPts val="6000"/>
              <a:buNone/>
              <a:defRPr sz="6000">
                <a:solidFill>
                  <a:schemeClr val="dk1"/>
                </a:solidFill>
              </a:defRPr>
            </a:lvl7pPr>
            <a:lvl8pPr indent="-228600" lvl="7" marL="3657600" algn="l">
              <a:lnSpc>
                <a:spcPct val="85000"/>
              </a:lnSpc>
              <a:spcBef>
                <a:spcPts val="0"/>
              </a:spcBef>
              <a:spcAft>
                <a:spcPts val="0"/>
              </a:spcAft>
              <a:buClr>
                <a:schemeClr val="dk1"/>
              </a:buClr>
              <a:buSzPts val="6000"/>
              <a:buNone/>
              <a:defRPr sz="6000">
                <a:solidFill>
                  <a:schemeClr val="dk1"/>
                </a:solidFill>
              </a:defRPr>
            </a:lvl8pPr>
            <a:lvl9pPr indent="-228600" lvl="8" marL="4114800" algn="l">
              <a:lnSpc>
                <a:spcPct val="85000"/>
              </a:lnSpc>
              <a:spcBef>
                <a:spcPts val="0"/>
              </a:spcBef>
              <a:spcAft>
                <a:spcPts val="0"/>
              </a:spcAft>
              <a:buClr>
                <a:schemeClr val="dk1"/>
              </a:buClr>
              <a:buSzPts val="6000"/>
              <a:buNone/>
              <a:defRPr sz="6000">
                <a:solidFill>
                  <a:schemeClr val="dk1"/>
                </a:solidFill>
              </a:defRPr>
            </a:lvl9pPr>
          </a:lstStyle>
          <a:p/>
        </p:txBody>
      </p:sp>
      <p:sp>
        <p:nvSpPr>
          <p:cNvPr id="31" name="Google Shape;31;p14"/>
          <p:cNvSpPr txBox="1"/>
          <p:nvPr>
            <p:ph idx="17" type="body"/>
          </p:nvPr>
        </p:nvSpPr>
        <p:spPr>
          <a:xfrm>
            <a:off x="9171432" y="2011680"/>
            <a:ext cx="265176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600"/>
              <a:buFont typeface="Arial"/>
              <a:buNone/>
              <a:defRPr b="1" sz="1600"/>
            </a:lvl1pPr>
            <a:lvl2pPr indent="-228600" lvl="1" marL="914400" algn="l">
              <a:lnSpc>
                <a:spcPct val="100000"/>
              </a:lnSpc>
              <a:spcBef>
                <a:spcPts val="0"/>
              </a:spcBef>
              <a:spcAft>
                <a:spcPts val="0"/>
              </a:spcAft>
              <a:buClr>
                <a:schemeClr val="dk1"/>
              </a:buClr>
              <a:buSzPts val="1400"/>
              <a:buFont typeface="Arial"/>
              <a:buNone/>
              <a:defRPr sz="1400"/>
            </a:lvl2pPr>
            <a:lvl3pPr indent="-228600" lvl="2" marL="1371600" algn="l">
              <a:lnSpc>
                <a:spcPct val="100000"/>
              </a:lnSpc>
              <a:spcBef>
                <a:spcPts val="0"/>
              </a:spcBef>
              <a:spcAft>
                <a:spcPts val="0"/>
              </a:spcAft>
              <a:buClr>
                <a:schemeClr val="dk1"/>
              </a:buClr>
              <a:buSzPts val="1400"/>
              <a:buFont typeface="Arial"/>
              <a:buNone/>
              <a:defRPr sz="1400"/>
            </a:lvl3pPr>
            <a:lvl4pPr indent="-228600" lvl="3" marL="1828800" algn="l">
              <a:lnSpc>
                <a:spcPct val="100000"/>
              </a:lnSpc>
              <a:spcBef>
                <a:spcPts val="0"/>
              </a:spcBef>
              <a:spcAft>
                <a:spcPts val="0"/>
              </a:spcAft>
              <a:buClr>
                <a:schemeClr val="dk1"/>
              </a:buClr>
              <a:buSzPts val="1400"/>
              <a:buFont typeface="Arial"/>
              <a:buNone/>
              <a:defRPr sz="1400"/>
            </a:lvl4pPr>
            <a:lvl5pPr indent="-228600" lvl="4" marL="2286000" algn="l">
              <a:lnSpc>
                <a:spcPct val="100000"/>
              </a:lnSpc>
              <a:spcBef>
                <a:spcPts val="0"/>
              </a:spcBef>
              <a:spcAft>
                <a:spcPts val="0"/>
              </a:spcAft>
              <a:buClr>
                <a:schemeClr val="dk1"/>
              </a:buClr>
              <a:buSzPts val="1400"/>
              <a:buFont typeface="Arial"/>
              <a:buNone/>
              <a:defRPr sz="1400"/>
            </a:lvl5pPr>
            <a:lvl6pPr indent="-228600" lvl="5" marL="2743200" algn="l">
              <a:lnSpc>
                <a:spcPct val="100000"/>
              </a:lnSpc>
              <a:spcBef>
                <a:spcPts val="0"/>
              </a:spcBef>
              <a:spcAft>
                <a:spcPts val="0"/>
              </a:spcAft>
              <a:buClr>
                <a:schemeClr val="dk1"/>
              </a:buClr>
              <a:buSzPts val="1400"/>
              <a:buFont typeface="Arial"/>
              <a:buNone/>
              <a:defRPr sz="1400"/>
            </a:lvl6pPr>
            <a:lvl7pPr indent="-228600" lvl="6" marL="3200400" algn="l">
              <a:lnSpc>
                <a:spcPct val="100000"/>
              </a:lnSpc>
              <a:spcBef>
                <a:spcPts val="0"/>
              </a:spcBef>
              <a:spcAft>
                <a:spcPts val="0"/>
              </a:spcAft>
              <a:buClr>
                <a:schemeClr val="dk1"/>
              </a:buClr>
              <a:buSzPts val="1400"/>
              <a:buFont typeface="Arial"/>
              <a:buNone/>
              <a:defRPr sz="1400"/>
            </a:lvl7pPr>
            <a:lvl8pPr indent="-228600" lvl="7" marL="3657600" algn="l">
              <a:lnSpc>
                <a:spcPct val="100000"/>
              </a:lnSpc>
              <a:spcBef>
                <a:spcPts val="0"/>
              </a:spcBef>
              <a:spcAft>
                <a:spcPts val="0"/>
              </a:spcAft>
              <a:buClr>
                <a:schemeClr val="dk1"/>
              </a:buClr>
              <a:buSzPts val="1400"/>
              <a:buFont typeface="Arial"/>
              <a:buNone/>
              <a:defRPr sz="1400"/>
            </a:lvl8pPr>
            <a:lvl9pPr indent="-228600" lvl="8" marL="4114800" algn="l">
              <a:lnSpc>
                <a:spcPct val="100000"/>
              </a:lnSpc>
              <a:spcBef>
                <a:spcPts val="0"/>
              </a:spcBef>
              <a:spcAft>
                <a:spcPts val="0"/>
              </a:spcAft>
              <a:buClr>
                <a:schemeClr val="dk1"/>
              </a:buClr>
              <a:buSzPts val="1400"/>
              <a:buFont typeface="Arial"/>
              <a:buNone/>
              <a:defRPr sz="1400"/>
            </a:lvl9pPr>
          </a:lstStyle>
          <a:p/>
        </p:txBody>
      </p:sp>
      <p:sp>
        <p:nvSpPr>
          <p:cNvPr id="32" name="Google Shape;32;p14"/>
          <p:cNvSpPr txBox="1"/>
          <p:nvPr>
            <p:ph idx="18" type="body"/>
          </p:nvPr>
        </p:nvSpPr>
        <p:spPr>
          <a:xfrm>
            <a:off x="8210040" y="3475990"/>
            <a:ext cx="822960" cy="9144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6000"/>
              <a:buNone/>
              <a:defRPr sz="6000">
                <a:solidFill>
                  <a:schemeClr val="dk1"/>
                </a:solidFill>
              </a:defRPr>
            </a:lvl1pPr>
            <a:lvl2pPr indent="-228600" lvl="1" marL="914400" algn="l">
              <a:lnSpc>
                <a:spcPct val="85000"/>
              </a:lnSpc>
              <a:spcBef>
                <a:spcPts val="0"/>
              </a:spcBef>
              <a:spcAft>
                <a:spcPts val="0"/>
              </a:spcAft>
              <a:buClr>
                <a:schemeClr val="dk1"/>
              </a:buClr>
              <a:buSzPts val="6000"/>
              <a:buNone/>
              <a:defRPr sz="6000">
                <a:solidFill>
                  <a:schemeClr val="dk1"/>
                </a:solidFill>
              </a:defRPr>
            </a:lvl2pPr>
            <a:lvl3pPr indent="-228600" lvl="2" marL="1371600" algn="l">
              <a:lnSpc>
                <a:spcPct val="85000"/>
              </a:lnSpc>
              <a:spcBef>
                <a:spcPts val="0"/>
              </a:spcBef>
              <a:spcAft>
                <a:spcPts val="0"/>
              </a:spcAft>
              <a:buClr>
                <a:schemeClr val="dk1"/>
              </a:buClr>
              <a:buSzPts val="6000"/>
              <a:buNone/>
              <a:defRPr sz="6000">
                <a:solidFill>
                  <a:schemeClr val="dk1"/>
                </a:solidFill>
              </a:defRPr>
            </a:lvl3pPr>
            <a:lvl4pPr indent="-228600" lvl="3" marL="1828800" algn="l">
              <a:lnSpc>
                <a:spcPct val="85000"/>
              </a:lnSpc>
              <a:spcBef>
                <a:spcPts val="0"/>
              </a:spcBef>
              <a:spcAft>
                <a:spcPts val="0"/>
              </a:spcAft>
              <a:buClr>
                <a:schemeClr val="dk1"/>
              </a:buClr>
              <a:buSzPts val="6000"/>
              <a:buNone/>
              <a:defRPr sz="6000">
                <a:solidFill>
                  <a:schemeClr val="dk1"/>
                </a:solidFill>
              </a:defRPr>
            </a:lvl4pPr>
            <a:lvl5pPr indent="-228600" lvl="4" marL="2286000" algn="l">
              <a:lnSpc>
                <a:spcPct val="85000"/>
              </a:lnSpc>
              <a:spcBef>
                <a:spcPts val="0"/>
              </a:spcBef>
              <a:spcAft>
                <a:spcPts val="0"/>
              </a:spcAft>
              <a:buClr>
                <a:schemeClr val="dk1"/>
              </a:buClr>
              <a:buSzPts val="6000"/>
              <a:buNone/>
              <a:defRPr sz="6000">
                <a:solidFill>
                  <a:schemeClr val="dk1"/>
                </a:solidFill>
              </a:defRPr>
            </a:lvl5pPr>
            <a:lvl6pPr indent="-228600" lvl="5" marL="2743200" algn="l">
              <a:lnSpc>
                <a:spcPct val="85000"/>
              </a:lnSpc>
              <a:spcBef>
                <a:spcPts val="0"/>
              </a:spcBef>
              <a:spcAft>
                <a:spcPts val="0"/>
              </a:spcAft>
              <a:buClr>
                <a:schemeClr val="dk1"/>
              </a:buClr>
              <a:buSzPts val="6000"/>
              <a:buNone/>
              <a:defRPr sz="6000">
                <a:solidFill>
                  <a:schemeClr val="dk1"/>
                </a:solidFill>
              </a:defRPr>
            </a:lvl6pPr>
            <a:lvl7pPr indent="-228600" lvl="6" marL="3200400" algn="l">
              <a:lnSpc>
                <a:spcPct val="85000"/>
              </a:lnSpc>
              <a:spcBef>
                <a:spcPts val="0"/>
              </a:spcBef>
              <a:spcAft>
                <a:spcPts val="0"/>
              </a:spcAft>
              <a:buClr>
                <a:schemeClr val="dk1"/>
              </a:buClr>
              <a:buSzPts val="6000"/>
              <a:buNone/>
              <a:defRPr sz="6000">
                <a:solidFill>
                  <a:schemeClr val="dk1"/>
                </a:solidFill>
              </a:defRPr>
            </a:lvl7pPr>
            <a:lvl8pPr indent="-228600" lvl="7" marL="3657600" algn="l">
              <a:lnSpc>
                <a:spcPct val="85000"/>
              </a:lnSpc>
              <a:spcBef>
                <a:spcPts val="0"/>
              </a:spcBef>
              <a:spcAft>
                <a:spcPts val="0"/>
              </a:spcAft>
              <a:buClr>
                <a:schemeClr val="dk1"/>
              </a:buClr>
              <a:buSzPts val="6000"/>
              <a:buNone/>
              <a:defRPr sz="6000">
                <a:solidFill>
                  <a:schemeClr val="dk1"/>
                </a:solidFill>
              </a:defRPr>
            </a:lvl8pPr>
            <a:lvl9pPr indent="-228600" lvl="8" marL="4114800" algn="l">
              <a:lnSpc>
                <a:spcPct val="85000"/>
              </a:lnSpc>
              <a:spcBef>
                <a:spcPts val="0"/>
              </a:spcBef>
              <a:spcAft>
                <a:spcPts val="0"/>
              </a:spcAft>
              <a:buClr>
                <a:schemeClr val="dk1"/>
              </a:buClr>
              <a:buSzPts val="6000"/>
              <a:buNone/>
              <a:defRPr sz="6000">
                <a:solidFill>
                  <a:schemeClr val="dk1"/>
                </a:solidFill>
              </a:defRPr>
            </a:lvl9pPr>
          </a:lstStyle>
          <a:p/>
        </p:txBody>
      </p:sp>
      <p:sp>
        <p:nvSpPr>
          <p:cNvPr id="33" name="Google Shape;33;p14"/>
          <p:cNvSpPr txBox="1"/>
          <p:nvPr>
            <p:ph idx="19" type="body"/>
          </p:nvPr>
        </p:nvSpPr>
        <p:spPr>
          <a:xfrm>
            <a:off x="9171432" y="3475990"/>
            <a:ext cx="265176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600"/>
              <a:buFont typeface="Arial"/>
              <a:buNone/>
              <a:defRPr b="1" sz="1600"/>
            </a:lvl1pPr>
            <a:lvl2pPr indent="-228600" lvl="1" marL="914400" algn="l">
              <a:lnSpc>
                <a:spcPct val="100000"/>
              </a:lnSpc>
              <a:spcBef>
                <a:spcPts val="0"/>
              </a:spcBef>
              <a:spcAft>
                <a:spcPts val="0"/>
              </a:spcAft>
              <a:buClr>
                <a:schemeClr val="dk1"/>
              </a:buClr>
              <a:buSzPts val="1400"/>
              <a:buFont typeface="Arial"/>
              <a:buNone/>
              <a:defRPr sz="1400"/>
            </a:lvl2pPr>
            <a:lvl3pPr indent="-228600" lvl="2" marL="1371600" algn="l">
              <a:lnSpc>
                <a:spcPct val="100000"/>
              </a:lnSpc>
              <a:spcBef>
                <a:spcPts val="0"/>
              </a:spcBef>
              <a:spcAft>
                <a:spcPts val="0"/>
              </a:spcAft>
              <a:buClr>
                <a:schemeClr val="dk1"/>
              </a:buClr>
              <a:buSzPts val="1400"/>
              <a:buFont typeface="Arial"/>
              <a:buNone/>
              <a:defRPr sz="1400"/>
            </a:lvl3pPr>
            <a:lvl4pPr indent="-228600" lvl="3" marL="1828800" algn="l">
              <a:lnSpc>
                <a:spcPct val="100000"/>
              </a:lnSpc>
              <a:spcBef>
                <a:spcPts val="0"/>
              </a:spcBef>
              <a:spcAft>
                <a:spcPts val="0"/>
              </a:spcAft>
              <a:buClr>
                <a:schemeClr val="dk1"/>
              </a:buClr>
              <a:buSzPts val="1400"/>
              <a:buFont typeface="Arial"/>
              <a:buNone/>
              <a:defRPr sz="1400"/>
            </a:lvl4pPr>
            <a:lvl5pPr indent="-228600" lvl="4" marL="2286000" algn="l">
              <a:lnSpc>
                <a:spcPct val="100000"/>
              </a:lnSpc>
              <a:spcBef>
                <a:spcPts val="0"/>
              </a:spcBef>
              <a:spcAft>
                <a:spcPts val="0"/>
              </a:spcAft>
              <a:buClr>
                <a:schemeClr val="dk1"/>
              </a:buClr>
              <a:buSzPts val="1400"/>
              <a:buFont typeface="Arial"/>
              <a:buNone/>
              <a:defRPr sz="1400"/>
            </a:lvl5pPr>
            <a:lvl6pPr indent="-228600" lvl="5" marL="2743200" algn="l">
              <a:lnSpc>
                <a:spcPct val="100000"/>
              </a:lnSpc>
              <a:spcBef>
                <a:spcPts val="0"/>
              </a:spcBef>
              <a:spcAft>
                <a:spcPts val="0"/>
              </a:spcAft>
              <a:buClr>
                <a:schemeClr val="dk1"/>
              </a:buClr>
              <a:buSzPts val="1400"/>
              <a:buFont typeface="Arial"/>
              <a:buNone/>
              <a:defRPr sz="1400"/>
            </a:lvl6pPr>
            <a:lvl7pPr indent="-228600" lvl="6" marL="3200400" algn="l">
              <a:lnSpc>
                <a:spcPct val="100000"/>
              </a:lnSpc>
              <a:spcBef>
                <a:spcPts val="0"/>
              </a:spcBef>
              <a:spcAft>
                <a:spcPts val="0"/>
              </a:spcAft>
              <a:buClr>
                <a:schemeClr val="dk1"/>
              </a:buClr>
              <a:buSzPts val="1400"/>
              <a:buFont typeface="Arial"/>
              <a:buNone/>
              <a:defRPr sz="1400"/>
            </a:lvl7pPr>
            <a:lvl8pPr indent="-228600" lvl="7" marL="3657600" algn="l">
              <a:lnSpc>
                <a:spcPct val="100000"/>
              </a:lnSpc>
              <a:spcBef>
                <a:spcPts val="0"/>
              </a:spcBef>
              <a:spcAft>
                <a:spcPts val="0"/>
              </a:spcAft>
              <a:buClr>
                <a:schemeClr val="dk1"/>
              </a:buClr>
              <a:buSzPts val="1400"/>
              <a:buFont typeface="Arial"/>
              <a:buNone/>
              <a:defRPr sz="1400"/>
            </a:lvl8pPr>
            <a:lvl9pPr indent="-228600" lvl="8" marL="4114800" algn="l">
              <a:lnSpc>
                <a:spcPct val="100000"/>
              </a:lnSpc>
              <a:spcBef>
                <a:spcPts val="0"/>
              </a:spcBef>
              <a:spcAft>
                <a:spcPts val="0"/>
              </a:spcAft>
              <a:buClr>
                <a:schemeClr val="dk1"/>
              </a:buClr>
              <a:buSzPts val="1400"/>
              <a:buFont typeface="Arial"/>
              <a:buNone/>
              <a:defRPr sz="1400"/>
            </a:lvl9pPr>
          </a:lstStyle>
          <a:p/>
        </p:txBody>
      </p:sp>
      <p:sp>
        <p:nvSpPr>
          <p:cNvPr id="34" name="Google Shape;34;p14"/>
          <p:cNvSpPr txBox="1"/>
          <p:nvPr>
            <p:ph idx="20" type="body"/>
          </p:nvPr>
        </p:nvSpPr>
        <p:spPr>
          <a:xfrm>
            <a:off x="8210040" y="4940300"/>
            <a:ext cx="822960" cy="914400"/>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6000"/>
              <a:buNone/>
              <a:defRPr sz="6000">
                <a:solidFill>
                  <a:schemeClr val="dk1"/>
                </a:solidFill>
              </a:defRPr>
            </a:lvl1pPr>
            <a:lvl2pPr indent="-228600" lvl="1" marL="914400" algn="l">
              <a:lnSpc>
                <a:spcPct val="85000"/>
              </a:lnSpc>
              <a:spcBef>
                <a:spcPts val="0"/>
              </a:spcBef>
              <a:spcAft>
                <a:spcPts val="0"/>
              </a:spcAft>
              <a:buClr>
                <a:schemeClr val="dk1"/>
              </a:buClr>
              <a:buSzPts val="6000"/>
              <a:buNone/>
              <a:defRPr sz="6000">
                <a:solidFill>
                  <a:schemeClr val="dk1"/>
                </a:solidFill>
              </a:defRPr>
            </a:lvl2pPr>
            <a:lvl3pPr indent="-228600" lvl="2" marL="1371600" algn="l">
              <a:lnSpc>
                <a:spcPct val="85000"/>
              </a:lnSpc>
              <a:spcBef>
                <a:spcPts val="0"/>
              </a:spcBef>
              <a:spcAft>
                <a:spcPts val="0"/>
              </a:spcAft>
              <a:buClr>
                <a:schemeClr val="dk1"/>
              </a:buClr>
              <a:buSzPts val="6000"/>
              <a:buNone/>
              <a:defRPr sz="6000">
                <a:solidFill>
                  <a:schemeClr val="dk1"/>
                </a:solidFill>
              </a:defRPr>
            </a:lvl3pPr>
            <a:lvl4pPr indent="-228600" lvl="3" marL="1828800" algn="l">
              <a:lnSpc>
                <a:spcPct val="85000"/>
              </a:lnSpc>
              <a:spcBef>
                <a:spcPts val="0"/>
              </a:spcBef>
              <a:spcAft>
                <a:spcPts val="0"/>
              </a:spcAft>
              <a:buClr>
                <a:schemeClr val="dk1"/>
              </a:buClr>
              <a:buSzPts val="6000"/>
              <a:buNone/>
              <a:defRPr sz="6000">
                <a:solidFill>
                  <a:schemeClr val="dk1"/>
                </a:solidFill>
              </a:defRPr>
            </a:lvl4pPr>
            <a:lvl5pPr indent="-228600" lvl="4" marL="2286000" algn="l">
              <a:lnSpc>
                <a:spcPct val="85000"/>
              </a:lnSpc>
              <a:spcBef>
                <a:spcPts val="0"/>
              </a:spcBef>
              <a:spcAft>
                <a:spcPts val="0"/>
              </a:spcAft>
              <a:buClr>
                <a:schemeClr val="dk1"/>
              </a:buClr>
              <a:buSzPts val="6000"/>
              <a:buNone/>
              <a:defRPr sz="6000">
                <a:solidFill>
                  <a:schemeClr val="dk1"/>
                </a:solidFill>
              </a:defRPr>
            </a:lvl5pPr>
            <a:lvl6pPr indent="-228600" lvl="5" marL="2743200" algn="l">
              <a:lnSpc>
                <a:spcPct val="85000"/>
              </a:lnSpc>
              <a:spcBef>
                <a:spcPts val="0"/>
              </a:spcBef>
              <a:spcAft>
                <a:spcPts val="0"/>
              </a:spcAft>
              <a:buClr>
                <a:schemeClr val="dk1"/>
              </a:buClr>
              <a:buSzPts val="6000"/>
              <a:buNone/>
              <a:defRPr sz="6000">
                <a:solidFill>
                  <a:schemeClr val="dk1"/>
                </a:solidFill>
              </a:defRPr>
            </a:lvl6pPr>
            <a:lvl7pPr indent="-228600" lvl="6" marL="3200400" algn="l">
              <a:lnSpc>
                <a:spcPct val="85000"/>
              </a:lnSpc>
              <a:spcBef>
                <a:spcPts val="0"/>
              </a:spcBef>
              <a:spcAft>
                <a:spcPts val="0"/>
              </a:spcAft>
              <a:buClr>
                <a:schemeClr val="dk1"/>
              </a:buClr>
              <a:buSzPts val="6000"/>
              <a:buNone/>
              <a:defRPr sz="6000">
                <a:solidFill>
                  <a:schemeClr val="dk1"/>
                </a:solidFill>
              </a:defRPr>
            </a:lvl7pPr>
            <a:lvl8pPr indent="-228600" lvl="7" marL="3657600" algn="l">
              <a:lnSpc>
                <a:spcPct val="85000"/>
              </a:lnSpc>
              <a:spcBef>
                <a:spcPts val="0"/>
              </a:spcBef>
              <a:spcAft>
                <a:spcPts val="0"/>
              </a:spcAft>
              <a:buClr>
                <a:schemeClr val="dk1"/>
              </a:buClr>
              <a:buSzPts val="6000"/>
              <a:buNone/>
              <a:defRPr sz="6000">
                <a:solidFill>
                  <a:schemeClr val="dk1"/>
                </a:solidFill>
              </a:defRPr>
            </a:lvl8pPr>
            <a:lvl9pPr indent="-228600" lvl="8" marL="4114800" algn="l">
              <a:lnSpc>
                <a:spcPct val="85000"/>
              </a:lnSpc>
              <a:spcBef>
                <a:spcPts val="0"/>
              </a:spcBef>
              <a:spcAft>
                <a:spcPts val="0"/>
              </a:spcAft>
              <a:buClr>
                <a:schemeClr val="dk1"/>
              </a:buClr>
              <a:buSzPts val="6000"/>
              <a:buNone/>
              <a:defRPr sz="6000">
                <a:solidFill>
                  <a:schemeClr val="dk1"/>
                </a:solidFill>
              </a:defRPr>
            </a:lvl9pPr>
          </a:lstStyle>
          <a:p/>
        </p:txBody>
      </p:sp>
      <p:sp>
        <p:nvSpPr>
          <p:cNvPr id="35" name="Google Shape;35;p14"/>
          <p:cNvSpPr txBox="1"/>
          <p:nvPr>
            <p:ph idx="21" type="body"/>
          </p:nvPr>
        </p:nvSpPr>
        <p:spPr>
          <a:xfrm>
            <a:off x="9171432" y="4940300"/>
            <a:ext cx="265176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600"/>
              <a:buFont typeface="Arial"/>
              <a:buNone/>
              <a:defRPr b="1" sz="1600"/>
            </a:lvl1pPr>
            <a:lvl2pPr indent="-228600" lvl="1" marL="914400" algn="l">
              <a:lnSpc>
                <a:spcPct val="100000"/>
              </a:lnSpc>
              <a:spcBef>
                <a:spcPts val="0"/>
              </a:spcBef>
              <a:spcAft>
                <a:spcPts val="0"/>
              </a:spcAft>
              <a:buClr>
                <a:schemeClr val="dk1"/>
              </a:buClr>
              <a:buSzPts val="1400"/>
              <a:buFont typeface="Arial"/>
              <a:buNone/>
              <a:defRPr sz="1400"/>
            </a:lvl2pPr>
            <a:lvl3pPr indent="-228600" lvl="2" marL="1371600" algn="l">
              <a:lnSpc>
                <a:spcPct val="100000"/>
              </a:lnSpc>
              <a:spcBef>
                <a:spcPts val="0"/>
              </a:spcBef>
              <a:spcAft>
                <a:spcPts val="0"/>
              </a:spcAft>
              <a:buClr>
                <a:schemeClr val="dk1"/>
              </a:buClr>
              <a:buSzPts val="1400"/>
              <a:buFont typeface="Arial"/>
              <a:buNone/>
              <a:defRPr sz="1400"/>
            </a:lvl3pPr>
            <a:lvl4pPr indent="-228600" lvl="3" marL="1828800" algn="l">
              <a:lnSpc>
                <a:spcPct val="100000"/>
              </a:lnSpc>
              <a:spcBef>
                <a:spcPts val="0"/>
              </a:spcBef>
              <a:spcAft>
                <a:spcPts val="0"/>
              </a:spcAft>
              <a:buClr>
                <a:schemeClr val="dk1"/>
              </a:buClr>
              <a:buSzPts val="1400"/>
              <a:buFont typeface="Arial"/>
              <a:buNone/>
              <a:defRPr sz="1400"/>
            </a:lvl4pPr>
            <a:lvl5pPr indent="-228600" lvl="4" marL="2286000" algn="l">
              <a:lnSpc>
                <a:spcPct val="100000"/>
              </a:lnSpc>
              <a:spcBef>
                <a:spcPts val="0"/>
              </a:spcBef>
              <a:spcAft>
                <a:spcPts val="0"/>
              </a:spcAft>
              <a:buClr>
                <a:schemeClr val="dk1"/>
              </a:buClr>
              <a:buSzPts val="1400"/>
              <a:buFont typeface="Arial"/>
              <a:buNone/>
              <a:defRPr sz="1400"/>
            </a:lvl5pPr>
            <a:lvl6pPr indent="-228600" lvl="5" marL="2743200" algn="l">
              <a:lnSpc>
                <a:spcPct val="100000"/>
              </a:lnSpc>
              <a:spcBef>
                <a:spcPts val="0"/>
              </a:spcBef>
              <a:spcAft>
                <a:spcPts val="0"/>
              </a:spcAft>
              <a:buClr>
                <a:schemeClr val="dk1"/>
              </a:buClr>
              <a:buSzPts val="1400"/>
              <a:buFont typeface="Arial"/>
              <a:buNone/>
              <a:defRPr sz="1400"/>
            </a:lvl6pPr>
            <a:lvl7pPr indent="-228600" lvl="6" marL="3200400" algn="l">
              <a:lnSpc>
                <a:spcPct val="100000"/>
              </a:lnSpc>
              <a:spcBef>
                <a:spcPts val="0"/>
              </a:spcBef>
              <a:spcAft>
                <a:spcPts val="0"/>
              </a:spcAft>
              <a:buClr>
                <a:schemeClr val="dk1"/>
              </a:buClr>
              <a:buSzPts val="1400"/>
              <a:buFont typeface="Arial"/>
              <a:buNone/>
              <a:defRPr sz="1400"/>
            </a:lvl7pPr>
            <a:lvl8pPr indent="-228600" lvl="7" marL="3657600" algn="l">
              <a:lnSpc>
                <a:spcPct val="100000"/>
              </a:lnSpc>
              <a:spcBef>
                <a:spcPts val="0"/>
              </a:spcBef>
              <a:spcAft>
                <a:spcPts val="0"/>
              </a:spcAft>
              <a:buClr>
                <a:schemeClr val="dk1"/>
              </a:buClr>
              <a:buSzPts val="1400"/>
              <a:buFont typeface="Arial"/>
              <a:buNone/>
              <a:defRPr sz="1400"/>
            </a:lvl8pPr>
            <a:lvl9pPr indent="-228600" lvl="8" marL="4114800" algn="l">
              <a:lnSpc>
                <a:spcPct val="100000"/>
              </a:lnSpc>
              <a:spcBef>
                <a:spcPts val="0"/>
              </a:spcBef>
              <a:spcAft>
                <a:spcPts val="0"/>
              </a:spcAft>
              <a:buClr>
                <a:schemeClr val="dk1"/>
              </a:buClr>
              <a:buSzPts val="1400"/>
              <a:buFont typeface="Arial"/>
              <a:buNone/>
              <a:defRPr sz="1400"/>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506">
          <p15:clr>
            <a:srgbClr val="FBAE40"/>
          </p15:clr>
        </p15:guide>
        <p15:guide id="2" pos="2700">
          <p15:clr>
            <a:srgbClr val="FBAE40"/>
          </p15:clr>
        </p15:guide>
        <p15:guide id="3" orient="horz" pos="1266">
          <p15:clr>
            <a:srgbClr val="FBAE40"/>
          </p15:clr>
        </p15:guide>
        <p15:guide id="4" orient="horz" pos="4148">
          <p15:clr>
            <a:srgbClr val="FBAE40"/>
          </p15:clr>
        </p15:guide>
        <p15:guide id="5" pos="4978">
          <p15:clr>
            <a:srgbClr val="FBAE40"/>
          </p15:clr>
        </p15:guide>
        <p15:guide id="6" pos="5172">
          <p15:clr>
            <a:srgbClr val="FBAE40"/>
          </p15:clr>
        </p15:guide>
        <p15:guide id="7" orient="horz" pos="368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6" name="Shape 36"/>
        <p:cNvGrpSpPr/>
        <p:nvPr/>
      </p:nvGrpSpPr>
      <p:grpSpPr>
        <a:xfrm>
          <a:off x="0" y="0"/>
          <a:ext cx="0" cy="0"/>
          <a:chOff x="0" y="0"/>
          <a:chExt cx="0" cy="0"/>
        </a:xfrm>
      </p:grpSpPr>
      <p:sp>
        <p:nvSpPr>
          <p:cNvPr id="37" name="Google Shape;37;p15"/>
          <p:cNvSpPr txBox="1"/>
          <p:nvPr>
            <p:ph type="title"/>
          </p:nvPr>
        </p:nvSpPr>
        <p:spPr>
          <a:xfrm>
            <a:off x="365760" y="365760"/>
            <a:ext cx="11457432"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5"/>
          <p:cNvSpPr txBox="1"/>
          <p:nvPr>
            <p:ph idx="1" type="body"/>
          </p:nvPr>
        </p:nvSpPr>
        <p:spPr>
          <a:xfrm>
            <a:off x="365760" y="1828800"/>
            <a:ext cx="5577840" cy="4251960"/>
          </a:xfrm>
          <a:prstGeom prst="rect">
            <a:avLst/>
          </a:prstGeom>
          <a:noFill/>
          <a:ln>
            <a:noFill/>
          </a:ln>
        </p:spPr>
        <p:txBody>
          <a:bodyPr anchorCtr="0" anchor="t" bIns="0" lIns="0" spcFirstLastPara="1" rIns="0" wrap="square" tIns="0">
            <a:normAutofit/>
          </a:bodyPr>
          <a:lstStyle>
            <a:lvl1pPr indent="-342900" lvl="0" marL="457200" algn="l">
              <a:lnSpc>
                <a:spcPct val="100000"/>
              </a:lnSpc>
              <a:spcBef>
                <a:spcPts val="12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100000"/>
              </a:lnSpc>
              <a:spcBef>
                <a:spcPts val="300"/>
              </a:spcBef>
              <a:spcAft>
                <a:spcPts val="0"/>
              </a:spcAft>
              <a:buClr>
                <a:schemeClr val="dk1"/>
              </a:buClr>
              <a:buSzPts val="1800"/>
              <a:buChar char="–"/>
              <a:defRPr/>
            </a:lvl6pPr>
            <a:lvl7pPr indent="-342900" lvl="6" marL="3200400" algn="l">
              <a:lnSpc>
                <a:spcPct val="100000"/>
              </a:lnSpc>
              <a:spcBef>
                <a:spcPts val="300"/>
              </a:spcBef>
              <a:spcAft>
                <a:spcPts val="0"/>
              </a:spcAft>
              <a:buClr>
                <a:schemeClr val="dk1"/>
              </a:buClr>
              <a:buSzPts val="1800"/>
              <a:buChar char="–"/>
              <a:defRPr/>
            </a:lvl7pPr>
            <a:lvl8pPr indent="-342900" lvl="7" marL="3657600" algn="l">
              <a:lnSpc>
                <a:spcPct val="100000"/>
              </a:lnSpc>
              <a:spcBef>
                <a:spcPts val="300"/>
              </a:spcBef>
              <a:spcAft>
                <a:spcPts val="0"/>
              </a:spcAft>
              <a:buClr>
                <a:schemeClr val="dk1"/>
              </a:buClr>
              <a:buSzPts val="1800"/>
              <a:buChar char="–"/>
              <a:defRPr/>
            </a:lvl8pPr>
            <a:lvl9pPr indent="-342900" lvl="8" marL="4114800" algn="l">
              <a:lnSpc>
                <a:spcPct val="100000"/>
              </a:lnSpc>
              <a:spcBef>
                <a:spcPts val="300"/>
              </a:spcBef>
              <a:spcAft>
                <a:spcPts val="0"/>
              </a:spcAft>
              <a:buClr>
                <a:schemeClr val="dk1"/>
              </a:buClr>
              <a:buSzPts val="1800"/>
              <a:buChar char="–"/>
              <a:defRPr/>
            </a:lvl9pPr>
          </a:lstStyle>
          <a:p/>
        </p:txBody>
      </p:sp>
      <p:sp>
        <p:nvSpPr>
          <p:cNvPr id="39" name="Google Shape;39;p15"/>
          <p:cNvSpPr txBox="1"/>
          <p:nvPr>
            <p:ph idx="2" type="body"/>
          </p:nvPr>
        </p:nvSpPr>
        <p:spPr>
          <a:xfrm>
            <a:off x="6245352" y="1828800"/>
            <a:ext cx="5577840" cy="4251960"/>
          </a:xfrm>
          <a:prstGeom prst="rect">
            <a:avLst/>
          </a:prstGeom>
          <a:noFill/>
          <a:ln>
            <a:noFill/>
          </a:ln>
        </p:spPr>
        <p:txBody>
          <a:bodyPr anchorCtr="0" anchor="t" bIns="0" lIns="0" spcFirstLastPara="1" rIns="0" wrap="square" tIns="0">
            <a:normAutofit/>
          </a:bodyPr>
          <a:lstStyle>
            <a:lvl1pPr indent="-342900" lvl="0" marL="457200" algn="l">
              <a:lnSpc>
                <a:spcPct val="100000"/>
              </a:lnSpc>
              <a:spcBef>
                <a:spcPts val="12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100000"/>
              </a:lnSpc>
              <a:spcBef>
                <a:spcPts val="300"/>
              </a:spcBef>
              <a:spcAft>
                <a:spcPts val="0"/>
              </a:spcAft>
              <a:buClr>
                <a:schemeClr val="dk1"/>
              </a:buClr>
              <a:buSzPts val="1800"/>
              <a:buChar char="–"/>
              <a:defRPr/>
            </a:lvl6pPr>
            <a:lvl7pPr indent="-342900" lvl="6" marL="3200400" algn="l">
              <a:lnSpc>
                <a:spcPct val="100000"/>
              </a:lnSpc>
              <a:spcBef>
                <a:spcPts val="300"/>
              </a:spcBef>
              <a:spcAft>
                <a:spcPts val="0"/>
              </a:spcAft>
              <a:buClr>
                <a:schemeClr val="dk1"/>
              </a:buClr>
              <a:buSzPts val="1800"/>
              <a:buChar char="–"/>
              <a:defRPr/>
            </a:lvl7pPr>
            <a:lvl8pPr indent="-342900" lvl="7" marL="3657600" algn="l">
              <a:lnSpc>
                <a:spcPct val="100000"/>
              </a:lnSpc>
              <a:spcBef>
                <a:spcPts val="300"/>
              </a:spcBef>
              <a:spcAft>
                <a:spcPts val="0"/>
              </a:spcAft>
              <a:buClr>
                <a:schemeClr val="dk1"/>
              </a:buClr>
              <a:buSzPts val="1800"/>
              <a:buChar char="–"/>
              <a:defRPr/>
            </a:lvl8pPr>
            <a:lvl9pPr indent="-342900" lvl="8" marL="4114800" algn="l">
              <a:lnSpc>
                <a:spcPct val="100000"/>
              </a:lnSpc>
              <a:spcBef>
                <a:spcPts val="3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3744">
          <p15:clr>
            <a:srgbClr val="FBAE40"/>
          </p15:clr>
        </p15:guide>
        <p15:guide id="2" pos="3934">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tent">
  <p:cSld name="Four Content">
    <p:spTree>
      <p:nvGrpSpPr>
        <p:cNvPr id="40" name="Shape 40"/>
        <p:cNvGrpSpPr/>
        <p:nvPr/>
      </p:nvGrpSpPr>
      <p:grpSpPr>
        <a:xfrm>
          <a:off x="0" y="0"/>
          <a:ext cx="0" cy="0"/>
          <a:chOff x="0" y="0"/>
          <a:chExt cx="0" cy="0"/>
        </a:xfrm>
      </p:grpSpPr>
      <p:sp>
        <p:nvSpPr>
          <p:cNvPr id="41" name="Google Shape;41;p16"/>
          <p:cNvSpPr txBox="1"/>
          <p:nvPr>
            <p:ph type="title"/>
          </p:nvPr>
        </p:nvSpPr>
        <p:spPr>
          <a:xfrm>
            <a:off x="365760" y="365760"/>
            <a:ext cx="11457432"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6"/>
          <p:cNvSpPr txBox="1"/>
          <p:nvPr>
            <p:ph idx="1" type="body"/>
          </p:nvPr>
        </p:nvSpPr>
        <p:spPr>
          <a:xfrm>
            <a:off x="365760" y="1828800"/>
            <a:ext cx="2633472" cy="4251960"/>
          </a:xfrm>
          <a:prstGeom prst="rect">
            <a:avLst/>
          </a:prstGeom>
          <a:noFill/>
          <a:ln>
            <a:noFill/>
          </a:ln>
        </p:spPr>
        <p:txBody>
          <a:bodyPr anchorCtr="0" anchor="t" bIns="0" lIns="0" spcFirstLastPara="1" rIns="0" wrap="square" tIns="0">
            <a:normAutofit/>
          </a:bodyPr>
          <a:lstStyle>
            <a:lvl1pPr indent="-330200" lvl="0" marL="457200" algn="l">
              <a:lnSpc>
                <a:spcPct val="100000"/>
              </a:lnSpc>
              <a:spcBef>
                <a:spcPts val="1200"/>
              </a:spcBef>
              <a:spcAft>
                <a:spcPts val="0"/>
              </a:spcAft>
              <a:buClr>
                <a:schemeClr val="dk1"/>
              </a:buClr>
              <a:buSzPts val="1600"/>
              <a:buChar char="•"/>
              <a:defRPr sz="1600"/>
            </a:lvl1pPr>
            <a:lvl2pPr indent="-330200" lvl="1" marL="914400" algn="l">
              <a:lnSpc>
                <a:spcPct val="100000"/>
              </a:lnSpc>
              <a:spcBef>
                <a:spcPts val="300"/>
              </a:spcBef>
              <a:spcAft>
                <a:spcPts val="0"/>
              </a:spcAft>
              <a:buClr>
                <a:schemeClr val="dk1"/>
              </a:buClr>
              <a:buSzPts val="1600"/>
              <a:buChar char="–"/>
              <a:defRPr sz="1600"/>
            </a:lvl2pPr>
            <a:lvl3pPr indent="-330200" lvl="2" marL="1371600" algn="l">
              <a:lnSpc>
                <a:spcPct val="100000"/>
              </a:lnSpc>
              <a:spcBef>
                <a:spcPts val="300"/>
              </a:spcBef>
              <a:spcAft>
                <a:spcPts val="0"/>
              </a:spcAft>
              <a:buClr>
                <a:schemeClr val="dk1"/>
              </a:buClr>
              <a:buSzPts val="1600"/>
              <a:buChar char="–"/>
              <a:defRPr sz="1600"/>
            </a:lvl3pPr>
            <a:lvl4pPr indent="-330200" lvl="3" marL="1828800" algn="l">
              <a:lnSpc>
                <a:spcPct val="100000"/>
              </a:lnSpc>
              <a:spcBef>
                <a:spcPts val="300"/>
              </a:spcBef>
              <a:spcAft>
                <a:spcPts val="0"/>
              </a:spcAft>
              <a:buClr>
                <a:schemeClr val="dk1"/>
              </a:buClr>
              <a:buSzPts val="1600"/>
              <a:buChar char="–"/>
              <a:defRPr sz="1600"/>
            </a:lvl4pPr>
            <a:lvl5pPr indent="-330200" lvl="4" marL="2286000" algn="l">
              <a:lnSpc>
                <a:spcPct val="100000"/>
              </a:lnSpc>
              <a:spcBef>
                <a:spcPts val="300"/>
              </a:spcBef>
              <a:spcAft>
                <a:spcPts val="0"/>
              </a:spcAft>
              <a:buClr>
                <a:schemeClr val="dk1"/>
              </a:buClr>
              <a:buSzPts val="1600"/>
              <a:buChar char="–"/>
              <a:defRPr sz="1600"/>
            </a:lvl5pPr>
            <a:lvl6pPr indent="-330200" lvl="5" marL="2743200" algn="l">
              <a:lnSpc>
                <a:spcPct val="100000"/>
              </a:lnSpc>
              <a:spcBef>
                <a:spcPts val="300"/>
              </a:spcBef>
              <a:spcAft>
                <a:spcPts val="0"/>
              </a:spcAft>
              <a:buClr>
                <a:schemeClr val="dk1"/>
              </a:buClr>
              <a:buSzPts val="1600"/>
              <a:buChar char="–"/>
              <a:defRPr sz="1600"/>
            </a:lvl6pPr>
            <a:lvl7pPr indent="-330200" lvl="6" marL="3200400" algn="l">
              <a:lnSpc>
                <a:spcPct val="100000"/>
              </a:lnSpc>
              <a:spcBef>
                <a:spcPts val="300"/>
              </a:spcBef>
              <a:spcAft>
                <a:spcPts val="0"/>
              </a:spcAft>
              <a:buClr>
                <a:schemeClr val="dk1"/>
              </a:buClr>
              <a:buSzPts val="1600"/>
              <a:buChar char="–"/>
              <a:defRPr sz="1600"/>
            </a:lvl7pPr>
            <a:lvl8pPr indent="-330200" lvl="7" marL="3657600" algn="l">
              <a:lnSpc>
                <a:spcPct val="100000"/>
              </a:lnSpc>
              <a:spcBef>
                <a:spcPts val="300"/>
              </a:spcBef>
              <a:spcAft>
                <a:spcPts val="0"/>
              </a:spcAft>
              <a:buClr>
                <a:schemeClr val="dk1"/>
              </a:buClr>
              <a:buSzPts val="1600"/>
              <a:buChar char="–"/>
              <a:defRPr sz="1600"/>
            </a:lvl8pPr>
            <a:lvl9pPr indent="-330200" lvl="8" marL="4114800" algn="l">
              <a:lnSpc>
                <a:spcPct val="100000"/>
              </a:lnSpc>
              <a:spcBef>
                <a:spcPts val="300"/>
              </a:spcBef>
              <a:spcAft>
                <a:spcPts val="0"/>
              </a:spcAft>
              <a:buClr>
                <a:schemeClr val="dk1"/>
              </a:buClr>
              <a:buSzPts val="1600"/>
              <a:buChar char="–"/>
              <a:defRPr sz="1600"/>
            </a:lvl9pPr>
          </a:lstStyle>
          <a:p/>
        </p:txBody>
      </p:sp>
      <p:sp>
        <p:nvSpPr>
          <p:cNvPr id="43" name="Google Shape;43;p16"/>
          <p:cNvSpPr txBox="1"/>
          <p:nvPr>
            <p:ph idx="2" type="body"/>
          </p:nvPr>
        </p:nvSpPr>
        <p:spPr>
          <a:xfrm>
            <a:off x="3310128" y="1828800"/>
            <a:ext cx="2633472" cy="4251960"/>
          </a:xfrm>
          <a:prstGeom prst="rect">
            <a:avLst/>
          </a:prstGeom>
          <a:noFill/>
          <a:ln>
            <a:noFill/>
          </a:ln>
        </p:spPr>
        <p:txBody>
          <a:bodyPr anchorCtr="0" anchor="t" bIns="0" lIns="0" spcFirstLastPara="1" rIns="0" wrap="square" tIns="0">
            <a:normAutofit/>
          </a:bodyPr>
          <a:lstStyle>
            <a:lvl1pPr indent="-330200" lvl="0" marL="457200" algn="l">
              <a:lnSpc>
                <a:spcPct val="100000"/>
              </a:lnSpc>
              <a:spcBef>
                <a:spcPts val="1200"/>
              </a:spcBef>
              <a:spcAft>
                <a:spcPts val="0"/>
              </a:spcAft>
              <a:buClr>
                <a:schemeClr val="dk1"/>
              </a:buClr>
              <a:buSzPts val="1600"/>
              <a:buChar char="•"/>
              <a:defRPr sz="1600"/>
            </a:lvl1pPr>
            <a:lvl2pPr indent="-330200" lvl="1" marL="914400" algn="l">
              <a:lnSpc>
                <a:spcPct val="100000"/>
              </a:lnSpc>
              <a:spcBef>
                <a:spcPts val="300"/>
              </a:spcBef>
              <a:spcAft>
                <a:spcPts val="0"/>
              </a:spcAft>
              <a:buClr>
                <a:schemeClr val="dk1"/>
              </a:buClr>
              <a:buSzPts val="1600"/>
              <a:buChar char="–"/>
              <a:defRPr sz="1600"/>
            </a:lvl2pPr>
            <a:lvl3pPr indent="-330200" lvl="2" marL="1371600" algn="l">
              <a:lnSpc>
                <a:spcPct val="100000"/>
              </a:lnSpc>
              <a:spcBef>
                <a:spcPts val="300"/>
              </a:spcBef>
              <a:spcAft>
                <a:spcPts val="0"/>
              </a:spcAft>
              <a:buClr>
                <a:schemeClr val="dk1"/>
              </a:buClr>
              <a:buSzPts val="1600"/>
              <a:buChar char="–"/>
              <a:defRPr sz="1600"/>
            </a:lvl3pPr>
            <a:lvl4pPr indent="-330200" lvl="3" marL="1828800" algn="l">
              <a:lnSpc>
                <a:spcPct val="100000"/>
              </a:lnSpc>
              <a:spcBef>
                <a:spcPts val="300"/>
              </a:spcBef>
              <a:spcAft>
                <a:spcPts val="0"/>
              </a:spcAft>
              <a:buClr>
                <a:schemeClr val="dk1"/>
              </a:buClr>
              <a:buSzPts val="1600"/>
              <a:buChar char="–"/>
              <a:defRPr sz="1600"/>
            </a:lvl4pPr>
            <a:lvl5pPr indent="-330200" lvl="4" marL="2286000" algn="l">
              <a:lnSpc>
                <a:spcPct val="100000"/>
              </a:lnSpc>
              <a:spcBef>
                <a:spcPts val="300"/>
              </a:spcBef>
              <a:spcAft>
                <a:spcPts val="0"/>
              </a:spcAft>
              <a:buClr>
                <a:schemeClr val="dk1"/>
              </a:buClr>
              <a:buSzPts val="1600"/>
              <a:buChar char="–"/>
              <a:defRPr sz="1600"/>
            </a:lvl5pPr>
            <a:lvl6pPr indent="-330200" lvl="5" marL="2743200" algn="l">
              <a:lnSpc>
                <a:spcPct val="100000"/>
              </a:lnSpc>
              <a:spcBef>
                <a:spcPts val="300"/>
              </a:spcBef>
              <a:spcAft>
                <a:spcPts val="0"/>
              </a:spcAft>
              <a:buClr>
                <a:schemeClr val="dk1"/>
              </a:buClr>
              <a:buSzPts val="1600"/>
              <a:buChar char="–"/>
              <a:defRPr sz="1600"/>
            </a:lvl6pPr>
            <a:lvl7pPr indent="-330200" lvl="6" marL="3200400" algn="l">
              <a:lnSpc>
                <a:spcPct val="100000"/>
              </a:lnSpc>
              <a:spcBef>
                <a:spcPts val="300"/>
              </a:spcBef>
              <a:spcAft>
                <a:spcPts val="0"/>
              </a:spcAft>
              <a:buClr>
                <a:schemeClr val="dk1"/>
              </a:buClr>
              <a:buSzPts val="1600"/>
              <a:buChar char="–"/>
              <a:defRPr sz="1600"/>
            </a:lvl7pPr>
            <a:lvl8pPr indent="-330200" lvl="7" marL="3657600" algn="l">
              <a:lnSpc>
                <a:spcPct val="100000"/>
              </a:lnSpc>
              <a:spcBef>
                <a:spcPts val="300"/>
              </a:spcBef>
              <a:spcAft>
                <a:spcPts val="0"/>
              </a:spcAft>
              <a:buClr>
                <a:schemeClr val="dk1"/>
              </a:buClr>
              <a:buSzPts val="1600"/>
              <a:buChar char="–"/>
              <a:defRPr sz="1600"/>
            </a:lvl8pPr>
            <a:lvl9pPr indent="-330200" lvl="8" marL="4114800" algn="l">
              <a:lnSpc>
                <a:spcPct val="100000"/>
              </a:lnSpc>
              <a:spcBef>
                <a:spcPts val="300"/>
              </a:spcBef>
              <a:spcAft>
                <a:spcPts val="0"/>
              </a:spcAft>
              <a:buClr>
                <a:schemeClr val="dk1"/>
              </a:buClr>
              <a:buSzPts val="1600"/>
              <a:buChar char="–"/>
              <a:defRPr sz="1600"/>
            </a:lvl9pPr>
          </a:lstStyle>
          <a:p/>
        </p:txBody>
      </p:sp>
      <p:sp>
        <p:nvSpPr>
          <p:cNvPr id="44" name="Google Shape;44;p16"/>
          <p:cNvSpPr txBox="1"/>
          <p:nvPr>
            <p:ph idx="3" type="body"/>
          </p:nvPr>
        </p:nvSpPr>
        <p:spPr>
          <a:xfrm>
            <a:off x="6245352" y="1828800"/>
            <a:ext cx="2633472" cy="4251960"/>
          </a:xfrm>
          <a:prstGeom prst="rect">
            <a:avLst/>
          </a:prstGeom>
          <a:noFill/>
          <a:ln>
            <a:noFill/>
          </a:ln>
        </p:spPr>
        <p:txBody>
          <a:bodyPr anchorCtr="0" anchor="t" bIns="0" lIns="0" spcFirstLastPara="1" rIns="0" wrap="square" tIns="0">
            <a:normAutofit/>
          </a:bodyPr>
          <a:lstStyle>
            <a:lvl1pPr indent="-330200" lvl="0" marL="457200" algn="l">
              <a:lnSpc>
                <a:spcPct val="100000"/>
              </a:lnSpc>
              <a:spcBef>
                <a:spcPts val="1200"/>
              </a:spcBef>
              <a:spcAft>
                <a:spcPts val="0"/>
              </a:spcAft>
              <a:buClr>
                <a:schemeClr val="dk1"/>
              </a:buClr>
              <a:buSzPts val="1600"/>
              <a:buChar char="•"/>
              <a:defRPr sz="1600"/>
            </a:lvl1pPr>
            <a:lvl2pPr indent="-330200" lvl="1" marL="914400" algn="l">
              <a:lnSpc>
                <a:spcPct val="100000"/>
              </a:lnSpc>
              <a:spcBef>
                <a:spcPts val="300"/>
              </a:spcBef>
              <a:spcAft>
                <a:spcPts val="0"/>
              </a:spcAft>
              <a:buClr>
                <a:schemeClr val="dk1"/>
              </a:buClr>
              <a:buSzPts val="1600"/>
              <a:buChar char="–"/>
              <a:defRPr sz="1600"/>
            </a:lvl2pPr>
            <a:lvl3pPr indent="-330200" lvl="2" marL="1371600" algn="l">
              <a:lnSpc>
                <a:spcPct val="100000"/>
              </a:lnSpc>
              <a:spcBef>
                <a:spcPts val="300"/>
              </a:spcBef>
              <a:spcAft>
                <a:spcPts val="0"/>
              </a:spcAft>
              <a:buClr>
                <a:schemeClr val="dk1"/>
              </a:buClr>
              <a:buSzPts val="1600"/>
              <a:buChar char="–"/>
              <a:defRPr sz="1600"/>
            </a:lvl3pPr>
            <a:lvl4pPr indent="-330200" lvl="3" marL="1828800" algn="l">
              <a:lnSpc>
                <a:spcPct val="100000"/>
              </a:lnSpc>
              <a:spcBef>
                <a:spcPts val="300"/>
              </a:spcBef>
              <a:spcAft>
                <a:spcPts val="0"/>
              </a:spcAft>
              <a:buClr>
                <a:schemeClr val="dk1"/>
              </a:buClr>
              <a:buSzPts val="1600"/>
              <a:buChar char="–"/>
              <a:defRPr sz="1600"/>
            </a:lvl4pPr>
            <a:lvl5pPr indent="-330200" lvl="4" marL="2286000" algn="l">
              <a:lnSpc>
                <a:spcPct val="100000"/>
              </a:lnSpc>
              <a:spcBef>
                <a:spcPts val="300"/>
              </a:spcBef>
              <a:spcAft>
                <a:spcPts val="0"/>
              </a:spcAft>
              <a:buClr>
                <a:schemeClr val="dk1"/>
              </a:buClr>
              <a:buSzPts val="1600"/>
              <a:buChar char="–"/>
              <a:defRPr sz="1600"/>
            </a:lvl5pPr>
            <a:lvl6pPr indent="-330200" lvl="5" marL="2743200" algn="l">
              <a:lnSpc>
                <a:spcPct val="100000"/>
              </a:lnSpc>
              <a:spcBef>
                <a:spcPts val="300"/>
              </a:spcBef>
              <a:spcAft>
                <a:spcPts val="0"/>
              </a:spcAft>
              <a:buClr>
                <a:schemeClr val="dk1"/>
              </a:buClr>
              <a:buSzPts val="1600"/>
              <a:buChar char="–"/>
              <a:defRPr sz="1600"/>
            </a:lvl6pPr>
            <a:lvl7pPr indent="-330200" lvl="6" marL="3200400" algn="l">
              <a:lnSpc>
                <a:spcPct val="100000"/>
              </a:lnSpc>
              <a:spcBef>
                <a:spcPts val="300"/>
              </a:spcBef>
              <a:spcAft>
                <a:spcPts val="0"/>
              </a:spcAft>
              <a:buClr>
                <a:schemeClr val="dk1"/>
              </a:buClr>
              <a:buSzPts val="1600"/>
              <a:buChar char="–"/>
              <a:defRPr sz="1600"/>
            </a:lvl7pPr>
            <a:lvl8pPr indent="-330200" lvl="7" marL="3657600" algn="l">
              <a:lnSpc>
                <a:spcPct val="100000"/>
              </a:lnSpc>
              <a:spcBef>
                <a:spcPts val="300"/>
              </a:spcBef>
              <a:spcAft>
                <a:spcPts val="0"/>
              </a:spcAft>
              <a:buClr>
                <a:schemeClr val="dk1"/>
              </a:buClr>
              <a:buSzPts val="1600"/>
              <a:buChar char="–"/>
              <a:defRPr sz="1600"/>
            </a:lvl8pPr>
            <a:lvl9pPr indent="-330200" lvl="8" marL="4114800" algn="l">
              <a:lnSpc>
                <a:spcPct val="100000"/>
              </a:lnSpc>
              <a:spcBef>
                <a:spcPts val="300"/>
              </a:spcBef>
              <a:spcAft>
                <a:spcPts val="0"/>
              </a:spcAft>
              <a:buClr>
                <a:schemeClr val="dk1"/>
              </a:buClr>
              <a:buSzPts val="1600"/>
              <a:buChar char="–"/>
              <a:defRPr sz="1600"/>
            </a:lvl9pPr>
          </a:lstStyle>
          <a:p/>
        </p:txBody>
      </p:sp>
      <p:sp>
        <p:nvSpPr>
          <p:cNvPr id="45" name="Google Shape;45;p16"/>
          <p:cNvSpPr txBox="1"/>
          <p:nvPr>
            <p:ph idx="4" type="body"/>
          </p:nvPr>
        </p:nvSpPr>
        <p:spPr>
          <a:xfrm>
            <a:off x="9189720" y="1828800"/>
            <a:ext cx="2633472" cy="4251960"/>
          </a:xfrm>
          <a:prstGeom prst="rect">
            <a:avLst/>
          </a:prstGeom>
          <a:noFill/>
          <a:ln>
            <a:noFill/>
          </a:ln>
        </p:spPr>
        <p:txBody>
          <a:bodyPr anchorCtr="0" anchor="t" bIns="0" lIns="0" spcFirstLastPara="1" rIns="0" wrap="square" tIns="0">
            <a:normAutofit/>
          </a:bodyPr>
          <a:lstStyle>
            <a:lvl1pPr indent="-330200" lvl="0" marL="457200" algn="l">
              <a:lnSpc>
                <a:spcPct val="100000"/>
              </a:lnSpc>
              <a:spcBef>
                <a:spcPts val="1200"/>
              </a:spcBef>
              <a:spcAft>
                <a:spcPts val="0"/>
              </a:spcAft>
              <a:buClr>
                <a:schemeClr val="dk1"/>
              </a:buClr>
              <a:buSzPts val="1600"/>
              <a:buChar char="•"/>
              <a:defRPr sz="1600"/>
            </a:lvl1pPr>
            <a:lvl2pPr indent="-330200" lvl="1" marL="914400" algn="l">
              <a:lnSpc>
                <a:spcPct val="100000"/>
              </a:lnSpc>
              <a:spcBef>
                <a:spcPts val="300"/>
              </a:spcBef>
              <a:spcAft>
                <a:spcPts val="0"/>
              </a:spcAft>
              <a:buClr>
                <a:schemeClr val="dk1"/>
              </a:buClr>
              <a:buSzPts val="1600"/>
              <a:buChar char="–"/>
              <a:defRPr sz="1600"/>
            </a:lvl2pPr>
            <a:lvl3pPr indent="-330200" lvl="2" marL="1371600" algn="l">
              <a:lnSpc>
                <a:spcPct val="100000"/>
              </a:lnSpc>
              <a:spcBef>
                <a:spcPts val="300"/>
              </a:spcBef>
              <a:spcAft>
                <a:spcPts val="0"/>
              </a:spcAft>
              <a:buClr>
                <a:schemeClr val="dk1"/>
              </a:buClr>
              <a:buSzPts val="1600"/>
              <a:buChar char="–"/>
              <a:defRPr sz="1600"/>
            </a:lvl3pPr>
            <a:lvl4pPr indent="-330200" lvl="3" marL="1828800" algn="l">
              <a:lnSpc>
                <a:spcPct val="100000"/>
              </a:lnSpc>
              <a:spcBef>
                <a:spcPts val="300"/>
              </a:spcBef>
              <a:spcAft>
                <a:spcPts val="0"/>
              </a:spcAft>
              <a:buClr>
                <a:schemeClr val="dk1"/>
              </a:buClr>
              <a:buSzPts val="1600"/>
              <a:buChar char="–"/>
              <a:defRPr sz="1600"/>
            </a:lvl4pPr>
            <a:lvl5pPr indent="-330200" lvl="4" marL="2286000" algn="l">
              <a:lnSpc>
                <a:spcPct val="100000"/>
              </a:lnSpc>
              <a:spcBef>
                <a:spcPts val="300"/>
              </a:spcBef>
              <a:spcAft>
                <a:spcPts val="0"/>
              </a:spcAft>
              <a:buClr>
                <a:schemeClr val="dk1"/>
              </a:buClr>
              <a:buSzPts val="1600"/>
              <a:buChar char="–"/>
              <a:defRPr sz="1600"/>
            </a:lvl5pPr>
            <a:lvl6pPr indent="-330200" lvl="5" marL="2743200" algn="l">
              <a:lnSpc>
                <a:spcPct val="100000"/>
              </a:lnSpc>
              <a:spcBef>
                <a:spcPts val="300"/>
              </a:spcBef>
              <a:spcAft>
                <a:spcPts val="0"/>
              </a:spcAft>
              <a:buClr>
                <a:schemeClr val="dk1"/>
              </a:buClr>
              <a:buSzPts val="1600"/>
              <a:buChar char="–"/>
              <a:defRPr sz="1600"/>
            </a:lvl6pPr>
            <a:lvl7pPr indent="-330200" lvl="6" marL="3200400" algn="l">
              <a:lnSpc>
                <a:spcPct val="100000"/>
              </a:lnSpc>
              <a:spcBef>
                <a:spcPts val="300"/>
              </a:spcBef>
              <a:spcAft>
                <a:spcPts val="0"/>
              </a:spcAft>
              <a:buClr>
                <a:schemeClr val="dk1"/>
              </a:buClr>
              <a:buSzPts val="1600"/>
              <a:buChar char="–"/>
              <a:defRPr sz="1600"/>
            </a:lvl7pPr>
            <a:lvl8pPr indent="-330200" lvl="7" marL="3657600" algn="l">
              <a:lnSpc>
                <a:spcPct val="100000"/>
              </a:lnSpc>
              <a:spcBef>
                <a:spcPts val="300"/>
              </a:spcBef>
              <a:spcAft>
                <a:spcPts val="0"/>
              </a:spcAft>
              <a:buClr>
                <a:schemeClr val="dk1"/>
              </a:buClr>
              <a:buSzPts val="1600"/>
              <a:buChar char="–"/>
              <a:defRPr sz="1600"/>
            </a:lvl8pPr>
            <a:lvl9pPr indent="-330200" lvl="8" marL="4114800" algn="l">
              <a:lnSpc>
                <a:spcPct val="100000"/>
              </a:lnSpc>
              <a:spcBef>
                <a:spcPts val="300"/>
              </a:spcBef>
              <a:spcAft>
                <a:spcPts val="0"/>
              </a:spcAft>
              <a:buClr>
                <a:schemeClr val="dk1"/>
              </a:buClr>
              <a:buSzPts val="1600"/>
              <a:buChar char="–"/>
              <a:defRPr sz="1600"/>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084">
          <p15:clr>
            <a:srgbClr val="FBAE40"/>
          </p15:clr>
        </p15:guide>
        <p15:guide id="2" pos="1890">
          <p15:clr>
            <a:srgbClr val="FBAE40"/>
          </p15:clr>
        </p15:guide>
        <p15:guide id="3" pos="5594">
          <p15:clr>
            <a:srgbClr val="FBAE40"/>
          </p15:clr>
        </p15:guide>
        <p15:guide id="4" pos="5788">
          <p15:clr>
            <a:srgbClr val="FBAE40"/>
          </p15:clr>
        </p15:guide>
        <p15:guide id="5" pos="3744">
          <p15:clr>
            <a:srgbClr val="FBAE40"/>
          </p15:clr>
        </p15:guide>
        <p15:guide id="6" pos="3934">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nd background">
  <p:cSld name="Sand background">
    <p:bg>
      <p:bgPr>
        <a:solidFill>
          <a:schemeClr val="lt2"/>
        </a:solidFill>
      </p:bgPr>
    </p:bg>
    <p:spTree>
      <p:nvGrpSpPr>
        <p:cNvPr id="46" name="Shape 46"/>
        <p:cNvGrpSpPr/>
        <p:nvPr/>
      </p:nvGrpSpPr>
      <p:grpSpPr>
        <a:xfrm>
          <a:off x="0" y="0"/>
          <a:ext cx="0" cy="0"/>
          <a:chOff x="0" y="0"/>
          <a:chExt cx="0" cy="0"/>
        </a:xfrm>
      </p:grpSpPr>
      <p:sp>
        <p:nvSpPr>
          <p:cNvPr id="47" name="Google Shape;47;p17"/>
          <p:cNvSpPr txBox="1"/>
          <p:nvPr>
            <p:ph type="title"/>
          </p:nvPr>
        </p:nvSpPr>
        <p:spPr>
          <a:xfrm>
            <a:off x="365760" y="365760"/>
            <a:ext cx="11457432"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8" name="Shape 48"/>
        <p:cNvGrpSpPr/>
        <p:nvPr/>
      </p:nvGrpSpPr>
      <p:grpSpPr>
        <a:xfrm>
          <a:off x="0" y="0"/>
          <a:ext cx="0" cy="0"/>
          <a:chOff x="0" y="0"/>
          <a:chExt cx="0" cy="0"/>
        </a:xfrm>
      </p:grpSpPr>
      <p:sp>
        <p:nvSpPr>
          <p:cNvPr id="49" name="Google Shape;49;p18"/>
          <p:cNvSpPr txBox="1"/>
          <p:nvPr>
            <p:ph type="title"/>
          </p:nvPr>
        </p:nvSpPr>
        <p:spPr>
          <a:xfrm>
            <a:off x="365760" y="365760"/>
            <a:ext cx="11457432"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32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18"/>
          <p:cNvSpPr txBox="1"/>
          <p:nvPr>
            <p:ph idx="1" type="body"/>
          </p:nvPr>
        </p:nvSpPr>
        <p:spPr>
          <a:xfrm>
            <a:off x="365760" y="1828800"/>
            <a:ext cx="11457432" cy="42519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800"/>
              <a:buFont typeface="Arial"/>
              <a:buNone/>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100000"/>
              </a:lnSpc>
              <a:spcBef>
                <a:spcPts val="300"/>
              </a:spcBef>
              <a:spcAft>
                <a:spcPts val="0"/>
              </a:spcAft>
              <a:buClr>
                <a:schemeClr val="dk1"/>
              </a:buClr>
              <a:buSzPts val="1800"/>
              <a:buChar char="–"/>
              <a:defRPr/>
            </a:lvl6pPr>
            <a:lvl7pPr indent="-342900" lvl="6" marL="3200400" algn="l">
              <a:lnSpc>
                <a:spcPct val="100000"/>
              </a:lnSpc>
              <a:spcBef>
                <a:spcPts val="300"/>
              </a:spcBef>
              <a:spcAft>
                <a:spcPts val="0"/>
              </a:spcAft>
              <a:buClr>
                <a:schemeClr val="dk1"/>
              </a:buClr>
              <a:buSzPts val="1800"/>
              <a:buChar char="–"/>
              <a:defRPr/>
            </a:lvl7pPr>
            <a:lvl8pPr indent="-342900" lvl="7" marL="3657600" algn="l">
              <a:lnSpc>
                <a:spcPct val="100000"/>
              </a:lnSpc>
              <a:spcBef>
                <a:spcPts val="300"/>
              </a:spcBef>
              <a:spcAft>
                <a:spcPts val="0"/>
              </a:spcAft>
              <a:buClr>
                <a:schemeClr val="dk1"/>
              </a:buClr>
              <a:buSzPts val="1800"/>
              <a:buChar char="–"/>
              <a:defRPr/>
            </a:lvl8pPr>
            <a:lvl9pPr indent="-342900" lvl="8" marL="4114800" algn="l">
              <a:lnSpc>
                <a:spcPct val="100000"/>
              </a:lnSpc>
              <a:spcBef>
                <a:spcPts val="3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3542">
          <p15:clr>
            <a:srgbClr val="FBAE40"/>
          </p15:clr>
        </p15:guide>
        <p15:guide id="2" pos="4138">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Cluster 01">
  <p:cSld name="Text Cluster 01">
    <p:spTree>
      <p:nvGrpSpPr>
        <p:cNvPr id="51" name="Shape 51"/>
        <p:cNvGrpSpPr/>
        <p:nvPr/>
      </p:nvGrpSpPr>
      <p:grpSpPr>
        <a:xfrm>
          <a:off x="0" y="0"/>
          <a:ext cx="0" cy="0"/>
          <a:chOff x="0" y="0"/>
          <a:chExt cx="0" cy="0"/>
        </a:xfrm>
      </p:grpSpPr>
      <p:sp>
        <p:nvSpPr>
          <p:cNvPr id="52" name="Google Shape;52;p19"/>
          <p:cNvSpPr txBox="1"/>
          <p:nvPr>
            <p:ph type="title"/>
          </p:nvPr>
        </p:nvSpPr>
        <p:spPr>
          <a:xfrm>
            <a:off x="365760" y="365760"/>
            <a:ext cx="8519160"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19"/>
          <p:cNvSpPr txBox="1"/>
          <p:nvPr>
            <p:ph idx="1" type="body"/>
          </p:nvPr>
        </p:nvSpPr>
        <p:spPr>
          <a:xfrm>
            <a:off x="9028176" y="365760"/>
            <a:ext cx="2795016" cy="2788920"/>
          </a:xfrm>
          <a:prstGeom prst="rect">
            <a:avLst/>
          </a:prstGeom>
          <a:solidFill>
            <a:srgbClr val="003C51"/>
          </a:solidFill>
          <a:ln>
            <a:noFill/>
          </a:ln>
        </p:spPr>
        <p:txBody>
          <a:bodyPr anchorCtr="0" anchor="t" bIns="182875" lIns="274300" spcFirstLastPara="1" rIns="182875" wrap="square" tIns="274300">
            <a:noAutofit/>
          </a:bodyPr>
          <a:lstStyle>
            <a:lvl1pPr indent="-228600" lvl="0" marL="457200" algn="l">
              <a:lnSpc>
                <a:spcPct val="100000"/>
              </a:lnSpc>
              <a:spcBef>
                <a:spcPts val="1200"/>
              </a:spcBef>
              <a:spcAft>
                <a:spcPts val="0"/>
              </a:spcAft>
              <a:buClr>
                <a:schemeClr val="lt1"/>
              </a:buClr>
              <a:buSzPts val="1600"/>
              <a:buNone/>
              <a:defRPr sz="1600">
                <a:solidFill>
                  <a:schemeClr val="lt1"/>
                </a:solidFill>
              </a:defRPr>
            </a:lvl1pPr>
            <a:lvl2pPr indent="-330200" lvl="1" marL="914400" algn="l">
              <a:lnSpc>
                <a:spcPct val="100000"/>
              </a:lnSpc>
              <a:spcBef>
                <a:spcPts val="1200"/>
              </a:spcBef>
              <a:spcAft>
                <a:spcPts val="0"/>
              </a:spcAft>
              <a:buClr>
                <a:schemeClr val="lt1"/>
              </a:buClr>
              <a:buSzPts val="1600"/>
              <a:buFont typeface="Arial"/>
              <a:buChar char="•"/>
              <a:defRPr sz="1600">
                <a:solidFill>
                  <a:schemeClr val="lt1"/>
                </a:solidFill>
              </a:defRPr>
            </a:lvl2pPr>
            <a:lvl3pPr indent="-330200" lvl="2" marL="1371600" algn="l">
              <a:lnSpc>
                <a:spcPct val="100000"/>
              </a:lnSpc>
              <a:spcBef>
                <a:spcPts val="300"/>
              </a:spcBef>
              <a:spcAft>
                <a:spcPts val="0"/>
              </a:spcAft>
              <a:buClr>
                <a:schemeClr val="lt1"/>
              </a:buClr>
              <a:buSzPts val="1600"/>
              <a:buChar char="–"/>
              <a:defRPr sz="1600">
                <a:solidFill>
                  <a:schemeClr val="lt1"/>
                </a:solidFill>
              </a:defRPr>
            </a:lvl3pPr>
            <a:lvl4pPr indent="-330200" lvl="3" marL="1828800" algn="l">
              <a:lnSpc>
                <a:spcPct val="100000"/>
              </a:lnSpc>
              <a:spcBef>
                <a:spcPts val="300"/>
              </a:spcBef>
              <a:spcAft>
                <a:spcPts val="0"/>
              </a:spcAft>
              <a:buClr>
                <a:schemeClr val="lt1"/>
              </a:buClr>
              <a:buSzPts val="1600"/>
              <a:buChar char="–"/>
              <a:defRPr sz="1600">
                <a:solidFill>
                  <a:schemeClr val="lt1"/>
                </a:solidFill>
              </a:defRPr>
            </a:lvl4pPr>
            <a:lvl5pPr indent="-330200" lvl="4" marL="2286000" algn="l">
              <a:lnSpc>
                <a:spcPct val="100000"/>
              </a:lnSpc>
              <a:spcBef>
                <a:spcPts val="300"/>
              </a:spcBef>
              <a:spcAft>
                <a:spcPts val="0"/>
              </a:spcAft>
              <a:buClr>
                <a:schemeClr val="lt1"/>
              </a:buClr>
              <a:buSzPts val="1600"/>
              <a:buChar char="–"/>
              <a:defRPr sz="1600">
                <a:solidFill>
                  <a:schemeClr val="lt1"/>
                </a:solidFill>
              </a:defRPr>
            </a:lvl5pPr>
            <a:lvl6pPr indent="-330200" lvl="5" marL="2743200" algn="l">
              <a:lnSpc>
                <a:spcPct val="100000"/>
              </a:lnSpc>
              <a:spcBef>
                <a:spcPts val="300"/>
              </a:spcBef>
              <a:spcAft>
                <a:spcPts val="0"/>
              </a:spcAft>
              <a:buClr>
                <a:schemeClr val="lt1"/>
              </a:buClr>
              <a:buSzPts val="1600"/>
              <a:buChar char="–"/>
              <a:defRPr sz="1600">
                <a:solidFill>
                  <a:schemeClr val="lt1"/>
                </a:solidFill>
              </a:defRPr>
            </a:lvl6pPr>
            <a:lvl7pPr indent="-330200" lvl="6" marL="3200400" algn="l">
              <a:lnSpc>
                <a:spcPct val="100000"/>
              </a:lnSpc>
              <a:spcBef>
                <a:spcPts val="300"/>
              </a:spcBef>
              <a:spcAft>
                <a:spcPts val="0"/>
              </a:spcAft>
              <a:buClr>
                <a:schemeClr val="lt1"/>
              </a:buClr>
              <a:buSzPts val="1600"/>
              <a:buChar char="–"/>
              <a:defRPr sz="1600">
                <a:solidFill>
                  <a:schemeClr val="lt1"/>
                </a:solidFill>
              </a:defRPr>
            </a:lvl7pPr>
            <a:lvl8pPr indent="-330200" lvl="7" marL="3657600" algn="l">
              <a:lnSpc>
                <a:spcPct val="100000"/>
              </a:lnSpc>
              <a:spcBef>
                <a:spcPts val="300"/>
              </a:spcBef>
              <a:spcAft>
                <a:spcPts val="0"/>
              </a:spcAft>
              <a:buClr>
                <a:schemeClr val="lt1"/>
              </a:buClr>
              <a:buSzPts val="1600"/>
              <a:buChar char="–"/>
              <a:defRPr sz="1600">
                <a:solidFill>
                  <a:schemeClr val="lt1"/>
                </a:solidFill>
              </a:defRPr>
            </a:lvl8pPr>
            <a:lvl9pPr indent="-330200" lvl="8" marL="4114800" algn="l">
              <a:lnSpc>
                <a:spcPct val="100000"/>
              </a:lnSpc>
              <a:spcBef>
                <a:spcPts val="300"/>
              </a:spcBef>
              <a:spcAft>
                <a:spcPts val="0"/>
              </a:spcAft>
              <a:buClr>
                <a:schemeClr val="lt1"/>
              </a:buClr>
              <a:buSzPts val="1600"/>
              <a:buChar char="–"/>
              <a:defRPr sz="1600">
                <a:solidFill>
                  <a:schemeClr val="lt1"/>
                </a:solidFill>
              </a:defRPr>
            </a:lvl9pPr>
          </a:lstStyle>
          <a:p/>
        </p:txBody>
      </p:sp>
      <p:sp>
        <p:nvSpPr>
          <p:cNvPr id="54" name="Google Shape;54;p19"/>
          <p:cNvSpPr txBox="1"/>
          <p:nvPr>
            <p:ph idx="2" type="body"/>
          </p:nvPr>
        </p:nvSpPr>
        <p:spPr>
          <a:xfrm>
            <a:off x="6096000" y="1828800"/>
            <a:ext cx="2788920" cy="2788920"/>
          </a:xfrm>
          <a:prstGeom prst="rect">
            <a:avLst/>
          </a:prstGeom>
          <a:solidFill>
            <a:srgbClr val="881E87"/>
          </a:solidFill>
          <a:ln>
            <a:noFill/>
          </a:ln>
        </p:spPr>
        <p:txBody>
          <a:bodyPr anchorCtr="0" anchor="t" bIns="182875" lIns="274300" spcFirstLastPara="1" rIns="182875" wrap="square" tIns="274300">
            <a:noAutofit/>
          </a:bodyPr>
          <a:lstStyle>
            <a:lvl1pPr indent="-228600" lvl="0" marL="457200" algn="l">
              <a:lnSpc>
                <a:spcPct val="100000"/>
              </a:lnSpc>
              <a:spcBef>
                <a:spcPts val="1200"/>
              </a:spcBef>
              <a:spcAft>
                <a:spcPts val="0"/>
              </a:spcAft>
              <a:buClr>
                <a:schemeClr val="lt1"/>
              </a:buClr>
              <a:buSzPts val="1600"/>
              <a:buNone/>
              <a:defRPr sz="1600">
                <a:solidFill>
                  <a:schemeClr val="lt1"/>
                </a:solidFill>
              </a:defRPr>
            </a:lvl1pPr>
            <a:lvl2pPr indent="-330200" lvl="1" marL="914400" algn="l">
              <a:lnSpc>
                <a:spcPct val="100000"/>
              </a:lnSpc>
              <a:spcBef>
                <a:spcPts val="1200"/>
              </a:spcBef>
              <a:spcAft>
                <a:spcPts val="0"/>
              </a:spcAft>
              <a:buClr>
                <a:schemeClr val="lt1"/>
              </a:buClr>
              <a:buSzPts val="1600"/>
              <a:buFont typeface="Arial"/>
              <a:buChar char="•"/>
              <a:defRPr sz="1600">
                <a:solidFill>
                  <a:schemeClr val="lt1"/>
                </a:solidFill>
              </a:defRPr>
            </a:lvl2pPr>
            <a:lvl3pPr indent="-330200" lvl="2" marL="1371600" algn="l">
              <a:lnSpc>
                <a:spcPct val="100000"/>
              </a:lnSpc>
              <a:spcBef>
                <a:spcPts val="300"/>
              </a:spcBef>
              <a:spcAft>
                <a:spcPts val="0"/>
              </a:spcAft>
              <a:buClr>
                <a:schemeClr val="lt1"/>
              </a:buClr>
              <a:buSzPts val="1600"/>
              <a:buChar char="–"/>
              <a:defRPr sz="1600">
                <a:solidFill>
                  <a:schemeClr val="lt1"/>
                </a:solidFill>
              </a:defRPr>
            </a:lvl3pPr>
            <a:lvl4pPr indent="-330200" lvl="3" marL="1828800" algn="l">
              <a:lnSpc>
                <a:spcPct val="100000"/>
              </a:lnSpc>
              <a:spcBef>
                <a:spcPts val="300"/>
              </a:spcBef>
              <a:spcAft>
                <a:spcPts val="0"/>
              </a:spcAft>
              <a:buClr>
                <a:schemeClr val="lt1"/>
              </a:buClr>
              <a:buSzPts val="1600"/>
              <a:buChar char="–"/>
              <a:defRPr sz="1600">
                <a:solidFill>
                  <a:schemeClr val="lt1"/>
                </a:solidFill>
              </a:defRPr>
            </a:lvl4pPr>
            <a:lvl5pPr indent="-330200" lvl="4" marL="2286000" algn="l">
              <a:lnSpc>
                <a:spcPct val="100000"/>
              </a:lnSpc>
              <a:spcBef>
                <a:spcPts val="300"/>
              </a:spcBef>
              <a:spcAft>
                <a:spcPts val="0"/>
              </a:spcAft>
              <a:buClr>
                <a:schemeClr val="lt1"/>
              </a:buClr>
              <a:buSzPts val="1600"/>
              <a:buChar char="–"/>
              <a:defRPr sz="1600">
                <a:solidFill>
                  <a:schemeClr val="lt1"/>
                </a:solidFill>
              </a:defRPr>
            </a:lvl5pPr>
            <a:lvl6pPr indent="-330200" lvl="5" marL="2743200" algn="l">
              <a:lnSpc>
                <a:spcPct val="100000"/>
              </a:lnSpc>
              <a:spcBef>
                <a:spcPts val="300"/>
              </a:spcBef>
              <a:spcAft>
                <a:spcPts val="0"/>
              </a:spcAft>
              <a:buClr>
                <a:schemeClr val="lt1"/>
              </a:buClr>
              <a:buSzPts val="1600"/>
              <a:buChar char="–"/>
              <a:defRPr sz="1600">
                <a:solidFill>
                  <a:schemeClr val="lt1"/>
                </a:solidFill>
              </a:defRPr>
            </a:lvl6pPr>
            <a:lvl7pPr indent="-330200" lvl="6" marL="3200400" algn="l">
              <a:lnSpc>
                <a:spcPct val="100000"/>
              </a:lnSpc>
              <a:spcBef>
                <a:spcPts val="300"/>
              </a:spcBef>
              <a:spcAft>
                <a:spcPts val="0"/>
              </a:spcAft>
              <a:buClr>
                <a:schemeClr val="lt1"/>
              </a:buClr>
              <a:buSzPts val="1600"/>
              <a:buChar char="–"/>
              <a:defRPr sz="1600">
                <a:solidFill>
                  <a:schemeClr val="lt1"/>
                </a:solidFill>
              </a:defRPr>
            </a:lvl7pPr>
            <a:lvl8pPr indent="-330200" lvl="7" marL="3657600" algn="l">
              <a:lnSpc>
                <a:spcPct val="100000"/>
              </a:lnSpc>
              <a:spcBef>
                <a:spcPts val="300"/>
              </a:spcBef>
              <a:spcAft>
                <a:spcPts val="0"/>
              </a:spcAft>
              <a:buClr>
                <a:schemeClr val="lt1"/>
              </a:buClr>
              <a:buSzPts val="1600"/>
              <a:buChar char="–"/>
              <a:defRPr sz="1600">
                <a:solidFill>
                  <a:schemeClr val="lt1"/>
                </a:solidFill>
              </a:defRPr>
            </a:lvl8pPr>
            <a:lvl9pPr indent="-330200" lvl="8" marL="4114800" algn="l">
              <a:lnSpc>
                <a:spcPct val="100000"/>
              </a:lnSpc>
              <a:spcBef>
                <a:spcPts val="300"/>
              </a:spcBef>
              <a:spcAft>
                <a:spcPts val="0"/>
              </a:spcAft>
              <a:buClr>
                <a:schemeClr val="lt1"/>
              </a:buClr>
              <a:buSzPts val="1600"/>
              <a:buChar char="–"/>
              <a:defRPr sz="1600">
                <a:solidFill>
                  <a:schemeClr val="lt1"/>
                </a:solidFill>
              </a:defRPr>
            </a:lvl9pPr>
          </a:lstStyle>
          <a:p/>
        </p:txBody>
      </p:sp>
      <p:sp>
        <p:nvSpPr>
          <p:cNvPr id="55" name="Google Shape;55;p19"/>
          <p:cNvSpPr txBox="1"/>
          <p:nvPr>
            <p:ph idx="3" type="body"/>
          </p:nvPr>
        </p:nvSpPr>
        <p:spPr>
          <a:xfrm>
            <a:off x="9028176" y="3289300"/>
            <a:ext cx="2795016" cy="2788920"/>
          </a:xfrm>
          <a:prstGeom prst="rect">
            <a:avLst/>
          </a:prstGeom>
          <a:solidFill>
            <a:srgbClr val="0097AC"/>
          </a:solidFill>
          <a:ln>
            <a:noFill/>
          </a:ln>
        </p:spPr>
        <p:txBody>
          <a:bodyPr anchorCtr="0" anchor="t" bIns="182875" lIns="274300" spcFirstLastPara="1" rIns="182875" wrap="square" tIns="274300">
            <a:noAutofit/>
          </a:bodyPr>
          <a:lstStyle>
            <a:lvl1pPr indent="-228600" lvl="0" marL="457200" algn="l">
              <a:lnSpc>
                <a:spcPct val="100000"/>
              </a:lnSpc>
              <a:spcBef>
                <a:spcPts val="1200"/>
              </a:spcBef>
              <a:spcAft>
                <a:spcPts val="0"/>
              </a:spcAft>
              <a:buClr>
                <a:schemeClr val="lt1"/>
              </a:buClr>
              <a:buSzPts val="1600"/>
              <a:buNone/>
              <a:defRPr sz="1600">
                <a:solidFill>
                  <a:schemeClr val="lt1"/>
                </a:solidFill>
              </a:defRPr>
            </a:lvl1pPr>
            <a:lvl2pPr indent="-330200" lvl="1" marL="914400" algn="l">
              <a:lnSpc>
                <a:spcPct val="100000"/>
              </a:lnSpc>
              <a:spcBef>
                <a:spcPts val="1200"/>
              </a:spcBef>
              <a:spcAft>
                <a:spcPts val="0"/>
              </a:spcAft>
              <a:buClr>
                <a:schemeClr val="lt1"/>
              </a:buClr>
              <a:buSzPts val="1600"/>
              <a:buFont typeface="Arial"/>
              <a:buChar char="•"/>
              <a:defRPr sz="1600">
                <a:solidFill>
                  <a:schemeClr val="lt1"/>
                </a:solidFill>
              </a:defRPr>
            </a:lvl2pPr>
            <a:lvl3pPr indent="-330200" lvl="2" marL="1371600" algn="l">
              <a:lnSpc>
                <a:spcPct val="100000"/>
              </a:lnSpc>
              <a:spcBef>
                <a:spcPts val="300"/>
              </a:spcBef>
              <a:spcAft>
                <a:spcPts val="0"/>
              </a:spcAft>
              <a:buClr>
                <a:schemeClr val="lt1"/>
              </a:buClr>
              <a:buSzPts val="1600"/>
              <a:buChar char="–"/>
              <a:defRPr sz="1600">
                <a:solidFill>
                  <a:schemeClr val="lt1"/>
                </a:solidFill>
              </a:defRPr>
            </a:lvl3pPr>
            <a:lvl4pPr indent="-330200" lvl="3" marL="1828800" algn="l">
              <a:lnSpc>
                <a:spcPct val="100000"/>
              </a:lnSpc>
              <a:spcBef>
                <a:spcPts val="300"/>
              </a:spcBef>
              <a:spcAft>
                <a:spcPts val="0"/>
              </a:spcAft>
              <a:buClr>
                <a:schemeClr val="lt1"/>
              </a:buClr>
              <a:buSzPts val="1600"/>
              <a:buChar char="–"/>
              <a:defRPr sz="1600">
                <a:solidFill>
                  <a:schemeClr val="lt1"/>
                </a:solidFill>
              </a:defRPr>
            </a:lvl4pPr>
            <a:lvl5pPr indent="-330200" lvl="4" marL="2286000" algn="l">
              <a:lnSpc>
                <a:spcPct val="100000"/>
              </a:lnSpc>
              <a:spcBef>
                <a:spcPts val="300"/>
              </a:spcBef>
              <a:spcAft>
                <a:spcPts val="0"/>
              </a:spcAft>
              <a:buClr>
                <a:schemeClr val="lt1"/>
              </a:buClr>
              <a:buSzPts val="1600"/>
              <a:buChar char="–"/>
              <a:defRPr sz="1600">
                <a:solidFill>
                  <a:schemeClr val="lt1"/>
                </a:solidFill>
              </a:defRPr>
            </a:lvl5pPr>
            <a:lvl6pPr indent="-330200" lvl="5" marL="2743200" algn="l">
              <a:lnSpc>
                <a:spcPct val="100000"/>
              </a:lnSpc>
              <a:spcBef>
                <a:spcPts val="300"/>
              </a:spcBef>
              <a:spcAft>
                <a:spcPts val="0"/>
              </a:spcAft>
              <a:buClr>
                <a:schemeClr val="lt1"/>
              </a:buClr>
              <a:buSzPts val="1600"/>
              <a:buChar char="–"/>
              <a:defRPr sz="1600">
                <a:solidFill>
                  <a:schemeClr val="lt1"/>
                </a:solidFill>
              </a:defRPr>
            </a:lvl6pPr>
            <a:lvl7pPr indent="-330200" lvl="6" marL="3200400" algn="l">
              <a:lnSpc>
                <a:spcPct val="100000"/>
              </a:lnSpc>
              <a:spcBef>
                <a:spcPts val="300"/>
              </a:spcBef>
              <a:spcAft>
                <a:spcPts val="0"/>
              </a:spcAft>
              <a:buClr>
                <a:schemeClr val="lt1"/>
              </a:buClr>
              <a:buSzPts val="1600"/>
              <a:buChar char="–"/>
              <a:defRPr sz="1600">
                <a:solidFill>
                  <a:schemeClr val="lt1"/>
                </a:solidFill>
              </a:defRPr>
            </a:lvl7pPr>
            <a:lvl8pPr indent="-330200" lvl="7" marL="3657600" algn="l">
              <a:lnSpc>
                <a:spcPct val="100000"/>
              </a:lnSpc>
              <a:spcBef>
                <a:spcPts val="300"/>
              </a:spcBef>
              <a:spcAft>
                <a:spcPts val="0"/>
              </a:spcAft>
              <a:buClr>
                <a:schemeClr val="lt1"/>
              </a:buClr>
              <a:buSzPts val="1600"/>
              <a:buChar char="–"/>
              <a:defRPr sz="1600">
                <a:solidFill>
                  <a:schemeClr val="lt1"/>
                </a:solidFill>
              </a:defRPr>
            </a:lvl8pPr>
            <a:lvl9pPr indent="-330200" lvl="8" marL="4114800" algn="l">
              <a:lnSpc>
                <a:spcPct val="100000"/>
              </a:lnSpc>
              <a:spcBef>
                <a:spcPts val="300"/>
              </a:spcBef>
              <a:spcAft>
                <a:spcPts val="0"/>
              </a:spcAft>
              <a:buClr>
                <a:schemeClr val="lt1"/>
              </a:buClr>
              <a:buSzPts val="1600"/>
              <a:buChar char="–"/>
              <a:defRPr sz="1600">
                <a:solidFill>
                  <a:schemeClr val="lt1"/>
                </a:solidFill>
              </a:defRPr>
            </a:lvl9pPr>
          </a:lstStyle>
          <a:p/>
        </p:txBody>
      </p:sp>
      <p:sp>
        <p:nvSpPr>
          <p:cNvPr id="56" name="Google Shape;56;p19"/>
          <p:cNvSpPr txBox="1"/>
          <p:nvPr>
            <p:ph idx="4" type="body"/>
          </p:nvPr>
        </p:nvSpPr>
        <p:spPr>
          <a:xfrm>
            <a:off x="3172968" y="4069080"/>
            <a:ext cx="2788920" cy="2788920"/>
          </a:xfrm>
          <a:prstGeom prst="rect">
            <a:avLst/>
          </a:prstGeom>
          <a:solidFill>
            <a:srgbClr val="006E74"/>
          </a:solidFill>
          <a:ln>
            <a:noFill/>
          </a:ln>
        </p:spPr>
        <p:txBody>
          <a:bodyPr anchorCtr="0" anchor="t" bIns="182875" lIns="274300" spcFirstLastPara="1" rIns="182875" wrap="square" tIns="274300">
            <a:noAutofit/>
          </a:bodyPr>
          <a:lstStyle>
            <a:lvl1pPr indent="-228600" lvl="0" marL="457200" algn="l">
              <a:lnSpc>
                <a:spcPct val="100000"/>
              </a:lnSpc>
              <a:spcBef>
                <a:spcPts val="1200"/>
              </a:spcBef>
              <a:spcAft>
                <a:spcPts val="0"/>
              </a:spcAft>
              <a:buClr>
                <a:schemeClr val="lt1"/>
              </a:buClr>
              <a:buSzPts val="1600"/>
              <a:buNone/>
              <a:defRPr sz="1600">
                <a:solidFill>
                  <a:schemeClr val="lt1"/>
                </a:solidFill>
              </a:defRPr>
            </a:lvl1pPr>
            <a:lvl2pPr indent="-330200" lvl="1" marL="914400" algn="l">
              <a:lnSpc>
                <a:spcPct val="100000"/>
              </a:lnSpc>
              <a:spcBef>
                <a:spcPts val="1200"/>
              </a:spcBef>
              <a:spcAft>
                <a:spcPts val="0"/>
              </a:spcAft>
              <a:buClr>
                <a:schemeClr val="lt1"/>
              </a:buClr>
              <a:buSzPts val="1600"/>
              <a:buFont typeface="Arial"/>
              <a:buChar char="•"/>
              <a:defRPr sz="1600">
                <a:solidFill>
                  <a:schemeClr val="lt1"/>
                </a:solidFill>
              </a:defRPr>
            </a:lvl2pPr>
            <a:lvl3pPr indent="-330200" lvl="2" marL="1371600" algn="l">
              <a:lnSpc>
                <a:spcPct val="100000"/>
              </a:lnSpc>
              <a:spcBef>
                <a:spcPts val="300"/>
              </a:spcBef>
              <a:spcAft>
                <a:spcPts val="0"/>
              </a:spcAft>
              <a:buClr>
                <a:schemeClr val="lt1"/>
              </a:buClr>
              <a:buSzPts val="1600"/>
              <a:buChar char="–"/>
              <a:defRPr sz="1600">
                <a:solidFill>
                  <a:schemeClr val="lt1"/>
                </a:solidFill>
              </a:defRPr>
            </a:lvl3pPr>
            <a:lvl4pPr indent="-330200" lvl="3" marL="1828800" algn="l">
              <a:lnSpc>
                <a:spcPct val="100000"/>
              </a:lnSpc>
              <a:spcBef>
                <a:spcPts val="300"/>
              </a:spcBef>
              <a:spcAft>
                <a:spcPts val="0"/>
              </a:spcAft>
              <a:buClr>
                <a:schemeClr val="lt1"/>
              </a:buClr>
              <a:buSzPts val="1600"/>
              <a:buChar char="–"/>
              <a:defRPr sz="1600">
                <a:solidFill>
                  <a:schemeClr val="lt1"/>
                </a:solidFill>
              </a:defRPr>
            </a:lvl4pPr>
            <a:lvl5pPr indent="-330200" lvl="4" marL="2286000" algn="l">
              <a:lnSpc>
                <a:spcPct val="100000"/>
              </a:lnSpc>
              <a:spcBef>
                <a:spcPts val="300"/>
              </a:spcBef>
              <a:spcAft>
                <a:spcPts val="0"/>
              </a:spcAft>
              <a:buClr>
                <a:schemeClr val="lt1"/>
              </a:buClr>
              <a:buSzPts val="1600"/>
              <a:buChar char="–"/>
              <a:defRPr sz="1600">
                <a:solidFill>
                  <a:schemeClr val="lt1"/>
                </a:solidFill>
              </a:defRPr>
            </a:lvl5pPr>
            <a:lvl6pPr indent="-330200" lvl="5" marL="2743200" algn="l">
              <a:lnSpc>
                <a:spcPct val="100000"/>
              </a:lnSpc>
              <a:spcBef>
                <a:spcPts val="300"/>
              </a:spcBef>
              <a:spcAft>
                <a:spcPts val="0"/>
              </a:spcAft>
              <a:buClr>
                <a:schemeClr val="lt1"/>
              </a:buClr>
              <a:buSzPts val="1600"/>
              <a:buChar char="–"/>
              <a:defRPr sz="1600">
                <a:solidFill>
                  <a:schemeClr val="lt1"/>
                </a:solidFill>
              </a:defRPr>
            </a:lvl6pPr>
            <a:lvl7pPr indent="-330200" lvl="6" marL="3200400" algn="l">
              <a:lnSpc>
                <a:spcPct val="100000"/>
              </a:lnSpc>
              <a:spcBef>
                <a:spcPts val="300"/>
              </a:spcBef>
              <a:spcAft>
                <a:spcPts val="0"/>
              </a:spcAft>
              <a:buClr>
                <a:schemeClr val="lt1"/>
              </a:buClr>
              <a:buSzPts val="1600"/>
              <a:buChar char="–"/>
              <a:defRPr sz="1600">
                <a:solidFill>
                  <a:schemeClr val="lt1"/>
                </a:solidFill>
              </a:defRPr>
            </a:lvl7pPr>
            <a:lvl8pPr indent="-330200" lvl="7" marL="3657600" algn="l">
              <a:lnSpc>
                <a:spcPct val="100000"/>
              </a:lnSpc>
              <a:spcBef>
                <a:spcPts val="300"/>
              </a:spcBef>
              <a:spcAft>
                <a:spcPts val="0"/>
              </a:spcAft>
              <a:buClr>
                <a:schemeClr val="lt1"/>
              </a:buClr>
              <a:buSzPts val="1600"/>
              <a:buChar char="–"/>
              <a:defRPr sz="1600">
                <a:solidFill>
                  <a:schemeClr val="lt1"/>
                </a:solidFill>
              </a:defRPr>
            </a:lvl8pPr>
            <a:lvl9pPr indent="-330200" lvl="8" marL="4114800" algn="l">
              <a:lnSpc>
                <a:spcPct val="100000"/>
              </a:lnSpc>
              <a:spcBef>
                <a:spcPts val="300"/>
              </a:spcBef>
              <a:spcAft>
                <a:spcPts val="0"/>
              </a:spcAft>
              <a:buClr>
                <a:schemeClr val="lt1"/>
              </a:buClr>
              <a:buSzPts val="1600"/>
              <a:buChar char="–"/>
              <a:defRPr sz="1600">
                <a:solidFill>
                  <a:schemeClr val="lt1"/>
                </a:solidFill>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383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pyright and Confidentiality">
  <p:cSld name="Copyright and Confidentiality">
    <p:spTree>
      <p:nvGrpSpPr>
        <p:cNvPr id="57" name="Shape 57"/>
        <p:cNvGrpSpPr/>
        <p:nvPr/>
      </p:nvGrpSpPr>
      <p:grpSpPr>
        <a:xfrm>
          <a:off x="0" y="0"/>
          <a:ext cx="0" cy="0"/>
          <a:chOff x="0" y="0"/>
          <a:chExt cx="0" cy="0"/>
        </a:xfrm>
      </p:grpSpPr>
      <p:sp>
        <p:nvSpPr>
          <p:cNvPr id="58" name="Google Shape;58;p23"/>
          <p:cNvSpPr txBox="1"/>
          <p:nvPr/>
        </p:nvSpPr>
        <p:spPr>
          <a:xfrm>
            <a:off x="365760" y="365760"/>
            <a:ext cx="8184515" cy="914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3200"/>
              <a:buFont typeface="Arial"/>
              <a:buNone/>
            </a:pPr>
            <a:r>
              <a:rPr b="1" lang="en-US" sz="3200">
                <a:solidFill>
                  <a:schemeClr val="dk1"/>
                </a:solidFill>
                <a:latin typeface="Arial"/>
                <a:ea typeface="Arial"/>
                <a:cs typeface="Arial"/>
                <a:sym typeface="Arial"/>
              </a:rPr>
              <a:t>Copyright and confidentiality notice</a:t>
            </a:r>
            <a:endParaRPr/>
          </a:p>
        </p:txBody>
      </p:sp>
      <p:sp>
        <p:nvSpPr>
          <p:cNvPr id="59" name="Google Shape;59;p23"/>
          <p:cNvSpPr txBox="1"/>
          <p:nvPr/>
        </p:nvSpPr>
        <p:spPr>
          <a:xfrm>
            <a:off x="365761" y="1828800"/>
            <a:ext cx="8183879" cy="4251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800">
                <a:solidFill>
                  <a:schemeClr val="dk1"/>
                </a:solidFill>
                <a:latin typeface="Arial"/>
                <a:ea typeface="Arial"/>
                <a:cs typeface="Arial"/>
                <a:sym typeface="Arial"/>
              </a:rPr>
              <a:t>Copyright © 2022 by UST Global Inc. All rights reserved.</a:t>
            </a:r>
            <a:endParaRPr/>
          </a:p>
          <a:p>
            <a:pPr indent="0" lvl="0" marL="0" marR="0" rtl="0" algn="l">
              <a:lnSpc>
                <a:spcPct val="100000"/>
              </a:lnSpc>
              <a:spcBef>
                <a:spcPts val="1200"/>
              </a:spcBef>
              <a:spcAft>
                <a:spcPts val="0"/>
              </a:spcAft>
              <a:buNone/>
            </a:pPr>
            <a:r>
              <a:rPr lang="en-US" sz="1800">
                <a:solidFill>
                  <a:schemeClr val="dk1"/>
                </a:solidFill>
                <a:latin typeface="Arial"/>
                <a:ea typeface="Arial"/>
                <a:cs typeface="Arial"/>
                <a:sym typeface="Arial"/>
              </a:rPr>
              <a:t>This document is protected under the copyright laws of United States, India, and other countries as an unpublished work and contains information that shall not be reproduced, published, used in the preparation of derivative works, and/or distributed, in whole or in part, by the recipient for any purpose other than to evaluate this document. Further, all information contained herein is proprietary and confidential to UST Global Inc and may not be disclosed to any third party. Exceptions to this notice are permitted only with the express, written permission of UST Global Inc.</a:t>
            </a:r>
            <a:endParaRPr/>
          </a:p>
          <a:p>
            <a:pPr indent="0" lvl="0" marL="0" marR="0" rtl="0" algn="l">
              <a:lnSpc>
                <a:spcPct val="100000"/>
              </a:lnSpc>
              <a:spcBef>
                <a:spcPts val="1200"/>
              </a:spcBef>
              <a:spcAft>
                <a:spcPts val="0"/>
              </a:spcAft>
              <a:buNone/>
            </a:pPr>
            <a:r>
              <a:rPr lang="en-US" sz="1800">
                <a:solidFill>
                  <a:schemeClr val="dk1"/>
                </a:solidFill>
                <a:latin typeface="Arial"/>
                <a:ea typeface="Arial"/>
                <a:cs typeface="Arial"/>
                <a:sym typeface="Arial"/>
              </a:rPr>
              <a:t>UST</a:t>
            </a:r>
            <a:r>
              <a:rPr baseline="30000" lang="en-US" sz="1800">
                <a:solidFill>
                  <a:schemeClr val="dk1"/>
                </a:solidFill>
                <a:latin typeface="Arial"/>
                <a:ea typeface="Arial"/>
                <a:cs typeface="Arial"/>
                <a:sym typeface="Arial"/>
              </a:rPr>
              <a:t>®</a:t>
            </a:r>
            <a:r>
              <a:rPr lang="en-US" sz="1800">
                <a:solidFill>
                  <a:schemeClr val="dk1"/>
                </a:solidFill>
                <a:latin typeface="Arial"/>
                <a:ea typeface="Arial"/>
                <a:cs typeface="Arial"/>
                <a:sym typeface="Arial"/>
              </a:rPr>
              <a:t> is a registered service mark of UST Global Inc.</a:t>
            </a:r>
            <a:endParaRPr/>
          </a:p>
        </p:txBody>
      </p:sp>
      <p:sp>
        <p:nvSpPr>
          <p:cNvPr id="60" name="Google Shape;60;p23"/>
          <p:cNvSpPr/>
          <p:nvPr/>
        </p:nvSpPr>
        <p:spPr>
          <a:xfrm>
            <a:off x="8870950" y="1828800"/>
            <a:ext cx="2952242" cy="4254500"/>
          </a:xfrm>
          <a:prstGeom prst="rect">
            <a:avLst/>
          </a:prstGeom>
          <a:solidFill>
            <a:srgbClr val="ECECE1"/>
          </a:solidFill>
          <a:ln>
            <a:noFill/>
          </a:ln>
        </p:spPr>
        <p:txBody>
          <a:bodyPr anchorCtr="0" anchor="t" bIns="822950" lIns="320025" spcFirstLastPara="1" rIns="182875" wrap="square" tIns="320025">
            <a:noAutofit/>
          </a:bodyPr>
          <a:lstStyle/>
          <a:p>
            <a:pPr indent="0" lvl="0" marL="0" marR="0" rtl="0" algn="l">
              <a:lnSpc>
                <a:spcPct val="100000"/>
              </a:lnSpc>
              <a:spcBef>
                <a:spcPts val="0"/>
              </a:spcBef>
              <a:spcAft>
                <a:spcPts val="0"/>
              </a:spcAft>
              <a:buNone/>
            </a:pPr>
            <a:r>
              <a:rPr b="1" lang="en-US" sz="1800">
                <a:solidFill>
                  <a:schemeClr val="dk1"/>
                </a:solidFill>
                <a:latin typeface="Arial"/>
                <a:ea typeface="Arial"/>
                <a:cs typeface="Arial"/>
                <a:sym typeface="Arial"/>
              </a:rPr>
              <a:t>UST</a:t>
            </a:r>
            <a:endParaRPr/>
          </a:p>
          <a:p>
            <a:pPr indent="0" lvl="0" marL="0" marR="0" rtl="0" algn="l">
              <a:lnSpc>
                <a:spcPct val="100000"/>
              </a:lnSpc>
              <a:spcBef>
                <a:spcPts val="0"/>
              </a:spcBef>
              <a:spcAft>
                <a:spcPts val="0"/>
              </a:spcAft>
              <a:buNone/>
            </a:pPr>
            <a:r>
              <a:rPr b="0" lang="en-US" sz="1800">
                <a:solidFill>
                  <a:schemeClr val="dk1"/>
                </a:solidFill>
                <a:latin typeface="Arial"/>
                <a:ea typeface="Arial"/>
                <a:cs typeface="Arial"/>
                <a:sym typeface="Arial"/>
              </a:rPr>
              <a:t>5 Polaris Way</a:t>
            </a:r>
            <a:endParaRPr/>
          </a:p>
          <a:p>
            <a:pPr indent="0" lvl="0" marL="0" marR="0" rtl="0" algn="l">
              <a:lnSpc>
                <a:spcPct val="100000"/>
              </a:lnSpc>
              <a:spcBef>
                <a:spcPts val="0"/>
              </a:spcBef>
              <a:spcAft>
                <a:spcPts val="0"/>
              </a:spcAft>
              <a:buNone/>
            </a:pPr>
            <a:r>
              <a:rPr b="0" lang="en-US" sz="1800">
                <a:solidFill>
                  <a:schemeClr val="dk1"/>
                </a:solidFill>
                <a:latin typeface="Arial"/>
                <a:ea typeface="Arial"/>
                <a:cs typeface="Arial"/>
                <a:sym typeface="Arial"/>
              </a:rPr>
              <a:t>Aliso Viejo, CA 92656</a:t>
            </a:r>
            <a:endParaRPr/>
          </a:p>
          <a:p>
            <a:pPr indent="0" lvl="0" marL="0" marR="0" rtl="0" algn="l">
              <a:lnSpc>
                <a:spcPct val="100000"/>
              </a:lnSpc>
              <a:spcBef>
                <a:spcPts val="1200"/>
              </a:spcBef>
              <a:spcAft>
                <a:spcPts val="0"/>
              </a:spcAft>
              <a:buNone/>
            </a:pPr>
            <a:r>
              <a:rPr b="0" lang="en-US" sz="1800">
                <a:solidFill>
                  <a:schemeClr val="dk1"/>
                </a:solidFill>
                <a:latin typeface="Arial"/>
                <a:ea typeface="Arial"/>
                <a:cs typeface="Arial"/>
                <a:sym typeface="Arial"/>
              </a:rPr>
              <a:t>T +1 949 716 8757</a:t>
            </a:r>
            <a:endParaRPr/>
          </a:p>
          <a:p>
            <a:pPr indent="0" lvl="0" marL="0" marR="0" rtl="0" algn="l">
              <a:lnSpc>
                <a:spcPct val="100000"/>
              </a:lnSpc>
              <a:spcBef>
                <a:spcPts val="0"/>
              </a:spcBef>
              <a:spcAft>
                <a:spcPts val="0"/>
              </a:spcAft>
              <a:buNone/>
            </a:pPr>
            <a:r>
              <a:rPr b="0" lang="en-US" sz="1800">
                <a:solidFill>
                  <a:schemeClr val="dk1"/>
                </a:solidFill>
                <a:latin typeface="Arial"/>
                <a:ea typeface="Arial"/>
                <a:cs typeface="Arial"/>
                <a:sym typeface="Arial"/>
              </a:rPr>
              <a:t>F +1 949 716 8396</a:t>
            </a:r>
            <a:endParaRPr/>
          </a:p>
          <a:p>
            <a:pPr indent="0" lvl="0" marL="0" marR="0" rtl="0" algn="l">
              <a:lnSpc>
                <a:spcPct val="100000"/>
              </a:lnSpc>
              <a:spcBef>
                <a:spcPts val="1200"/>
              </a:spcBef>
              <a:spcAft>
                <a:spcPts val="0"/>
              </a:spcAft>
              <a:buNone/>
            </a:pPr>
            <a:r>
              <a:rPr b="1" lang="en-US" sz="1800">
                <a:solidFill>
                  <a:schemeClr val="dk1"/>
                </a:solidFill>
                <a:latin typeface="Arial"/>
                <a:ea typeface="Arial"/>
                <a:cs typeface="Arial"/>
                <a:sym typeface="Arial"/>
              </a:rPr>
              <a:t>ust.com</a:t>
            </a:r>
            <a:endParaRPr/>
          </a:p>
        </p:txBody>
      </p:sp>
      <p:sp>
        <p:nvSpPr>
          <p:cNvPr id="61" name="Google Shape;61;p23">
            <a:hlinkClick r:id="rId2"/>
          </p:cNvPr>
          <p:cNvSpPr/>
          <p:nvPr/>
        </p:nvSpPr>
        <p:spPr>
          <a:xfrm>
            <a:off x="9197136" y="5555832"/>
            <a:ext cx="256196" cy="244253"/>
          </a:xfrm>
          <a:custGeom>
            <a:rect b="b" l="l" r="r" t="t"/>
            <a:pathLst>
              <a:path extrusionOk="0" h="641" w="671">
                <a:moveTo>
                  <a:pt x="671" y="641"/>
                </a:moveTo>
                <a:lnTo>
                  <a:pt x="671" y="641"/>
                </a:lnTo>
                <a:lnTo>
                  <a:pt x="527" y="641"/>
                </a:lnTo>
                <a:lnTo>
                  <a:pt x="527" y="410"/>
                </a:lnTo>
                <a:cubicBezTo>
                  <a:pt x="527" y="352"/>
                  <a:pt x="506" y="312"/>
                  <a:pt x="454" y="312"/>
                </a:cubicBezTo>
                <a:cubicBezTo>
                  <a:pt x="415" y="312"/>
                  <a:pt x="391" y="339"/>
                  <a:pt x="380" y="365"/>
                </a:cubicBezTo>
                <a:cubicBezTo>
                  <a:pt x="377" y="374"/>
                  <a:pt x="376" y="387"/>
                  <a:pt x="376" y="400"/>
                </a:cubicBezTo>
                <a:lnTo>
                  <a:pt x="376" y="641"/>
                </a:lnTo>
                <a:lnTo>
                  <a:pt x="232" y="641"/>
                </a:lnTo>
                <a:cubicBezTo>
                  <a:pt x="232" y="641"/>
                  <a:pt x="234" y="249"/>
                  <a:pt x="232" y="209"/>
                </a:cubicBezTo>
                <a:lnTo>
                  <a:pt x="376" y="209"/>
                </a:lnTo>
                <a:lnTo>
                  <a:pt x="376" y="270"/>
                </a:lnTo>
                <a:cubicBezTo>
                  <a:pt x="395" y="241"/>
                  <a:pt x="429" y="199"/>
                  <a:pt x="505" y="199"/>
                </a:cubicBezTo>
                <a:cubicBezTo>
                  <a:pt x="600" y="199"/>
                  <a:pt x="671" y="260"/>
                  <a:pt x="671" y="393"/>
                </a:cubicBezTo>
                <a:lnTo>
                  <a:pt x="671" y="641"/>
                </a:lnTo>
                <a:close/>
                <a:moveTo>
                  <a:pt x="81" y="150"/>
                </a:moveTo>
                <a:lnTo>
                  <a:pt x="81" y="150"/>
                </a:lnTo>
                <a:lnTo>
                  <a:pt x="80" y="150"/>
                </a:lnTo>
                <a:cubicBezTo>
                  <a:pt x="31" y="150"/>
                  <a:pt x="0" y="117"/>
                  <a:pt x="0" y="75"/>
                </a:cubicBezTo>
                <a:cubicBezTo>
                  <a:pt x="0" y="33"/>
                  <a:pt x="32" y="0"/>
                  <a:pt x="82" y="0"/>
                </a:cubicBezTo>
                <a:cubicBezTo>
                  <a:pt x="131" y="0"/>
                  <a:pt x="161" y="33"/>
                  <a:pt x="162" y="75"/>
                </a:cubicBezTo>
                <a:cubicBezTo>
                  <a:pt x="162" y="117"/>
                  <a:pt x="131" y="150"/>
                  <a:pt x="81" y="150"/>
                </a:cubicBezTo>
                <a:close/>
                <a:moveTo>
                  <a:pt x="152" y="641"/>
                </a:moveTo>
                <a:lnTo>
                  <a:pt x="152" y="641"/>
                </a:lnTo>
                <a:lnTo>
                  <a:pt x="9" y="641"/>
                </a:lnTo>
                <a:lnTo>
                  <a:pt x="9" y="209"/>
                </a:lnTo>
                <a:lnTo>
                  <a:pt x="152" y="209"/>
                </a:lnTo>
                <a:lnTo>
                  <a:pt x="152" y="641"/>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2" name="Google Shape;62;p23">
            <a:hlinkClick r:id="rId3"/>
          </p:cNvPr>
          <p:cNvSpPr/>
          <p:nvPr/>
        </p:nvSpPr>
        <p:spPr>
          <a:xfrm>
            <a:off x="9674955" y="5537234"/>
            <a:ext cx="121831" cy="262851"/>
          </a:xfrm>
          <a:custGeom>
            <a:rect b="b" l="l" r="r" t="t"/>
            <a:pathLst>
              <a:path extrusionOk="0" h="690" w="321">
                <a:moveTo>
                  <a:pt x="321" y="223"/>
                </a:moveTo>
                <a:lnTo>
                  <a:pt x="321" y="223"/>
                </a:lnTo>
                <a:lnTo>
                  <a:pt x="212" y="223"/>
                </a:lnTo>
                <a:lnTo>
                  <a:pt x="212" y="152"/>
                </a:lnTo>
                <a:cubicBezTo>
                  <a:pt x="212" y="125"/>
                  <a:pt x="230" y="118"/>
                  <a:pt x="242" y="118"/>
                </a:cubicBezTo>
                <a:lnTo>
                  <a:pt x="319" y="118"/>
                </a:lnTo>
                <a:lnTo>
                  <a:pt x="319" y="0"/>
                </a:lnTo>
                <a:lnTo>
                  <a:pt x="213" y="0"/>
                </a:lnTo>
                <a:cubicBezTo>
                  <a:pt x="95" y="0"/>
                  <a:pt x="69" y="88"/>
                  <a:pt x="69" y="144"/>
                </a:cubicBezTo>
                <a:lnTo>
                  <a:pt x="69" y="223"/>
                </a:lnTo>
                <a:lnTo>
                  <a:pt x="0" y="223"/>
                </a:lnTo>
                <a:lnTo>
                  <a:pt x="0" y="345"/>
                </a:lnTo>
                <a:lnTo>
                  <a:pt x="69" y="345"/>
                </a:lnTo>
                <a:lnTo>
                  <a:pt x="69" y="690"/>
                </a:lnTo>
                <a:lnTo>
                  <a:pt x="212" y="690"/>
                </a:lnTo>
                <a:lnTo>
                  <a:pt x="212" y="345"/>
                </a:lnTo>
                <a:lnTo>
                  <a:pt x="309" y="345"/>
                </a:lnTo>
                <a:lnTo>
                  <a:pt x="321" y="22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3" name="Google Shape;63;p23">
            <a:hlinkClick r:id="rId4"/>
          </p:cNvPr>
          <p:cNvSpPr/>
          <p:nvPr/>
        </p:nvSpPr>
        <p:spPr>
          <a:xfrm>
            <a:off x="10031913" y="5580629"/>
            <a:ext cx="268783" cy="219456"/>
          </a:xfrm>
          <a:custGeom>
            <a:rect b="b" l="l" r="r" t="t"/>
            <a:pathLst>
              <a:path extrusionOk="0" h="576" w="709">
                <a:moveTo>
                  <a:pt x="709" y="68"/>
                </a:moveTo>
                <a:lnTo>
                  <a:pt x="709" y="68"/>
                </a:lnTo>
                <a:cubicBezTo>
                  <a:pt x="683" y="80"/>
                  <a:pt x="655" y="88"/>
                  <a:pt x="626" y="91"/>
                </a:cubicBezTo>
                <a:cubicBezTo>
                  <a:pt x="656" y="73"/>
                  <a:pt x="679" y="45"/>
                  <a:pt x="690" y="11"/>
                </a:cubicBezTo>
                <a:cubicBezTo>
                  <a:pt x="662" y="27"/>
                  <a:pt x="630" y="39"/>
                  <a:pt x="597" y="46"/>
                </a:cubicBezTo>
                <a:cubicBezTo>
                  <a:pt x="571" y="18"/>
                  <a:pt x="533" y="0"/>
                  <a:pt x="491" y="0"/>
                </a:cubicBezTo>
                <a:cubicBezTo>
                  <a:pt x="411" y="0"/>
                  <a:pt x="346" y="65"/>
                  <a:pt x="346" y="145"/>
                </a:cubicBezTo>
                <a:cubicBezTo>
                  <a:pt x="346" y="157"/>
                  <a:pt x="347" y="168"/>
                  <a:pt x="350" y="179"/>
                </a:cubicBezTo>
                <a:cubicBezTo>
                  <a:pt x="229" y="172"/>
                  <a:pt x="122" y="115"/>
                  <a:pt x="50" y="27"/>
                </a:cubicBezTo>
                <a:cubicBezTo>
                  <a:pt x="37" y="48"/>
                  <a:pt x="30" y="73"/>
                  <a:pt x="30" y="100"/>
                </a:cubicBezTo>
                <a:cubicBezTo>
                  <a:pt x="30" y="150"/>
                  <a:pt x="56" y="195"/>
                  <a:pt x="95" y="221"/>
                </a:cubicBezTo>
                <a:cubicBezTo>
                  <a:pt x="71" y="220"/>
                  <a:pt x="49" y="213"/>
                  <a:pt x="29" y="203"/>
                </a:cubicBezTo>
                <a:cubicBezTo>
                  <a:pt x="29" y="203"/>
                  <a:pt x="29" y="204"/>
                  <a:pt x="29" y="204"/>
                </a:cubicBezTo>
                <a:cubicBezTo>
                  <a:pt x="29" y="275"/>
                  <a:pt x="79" y="334"/>
                  <a:pt x="146" y="347"/>
                </a:cubicBezTo>
                <a:cubicBezTo>
                  <a:pt x="133" y="350"/>
                  <a:pt x="121" y="352"/>
                  <a:pt x="107" y="352"/>
                </a:cubicBezTo>
                <a:cubicBezTo>
                  <a:pt x="98" y="352"/>
                  <a:pt x="89" y="351"/>
                  <a:pt x="80" y="349"/>
                </a:cubicBezTo>
                <a:cubicBezTo>
                  <a:pt x="98" y="407"/>
                  <a:pt x="152" y="449"/>
                  <a:pt x="216" y="450"/>
                </a:cubicBezTo>
                <a:cubicBezTo>
                  <a:pt x="166" y="489"/>
                  <a:pt x="103" y="513"/>
                  <a:pt x="35" y="513"/>
                </a:cubicBezTo>
                <a:cubicBezTo>
                  <a:pt x="23" y="513"/>
                  <a:pt x="12" y="512"/>
                  <a:pt x="0" y="511"/>
                </a:cubicBezTo>
                <a:cubicBezTo>
                  <a:pt x="65" y="552"/>
                  <a:pt x="141" y="576"/>
                  <a:pt x="223" y="576"/>
                </a:cubicBezTo>
                <a:cubicBezTo>
                  <a:pt x="491" y="576"/>
                  <a:pt x="637" y="354"/>
                  <a:pt x="637" y="162"/>
                </a:cubicBezTo>
                <a:cubicBezTo>
                  <a:pt x="637" y="156"/>
                  <a:pt x="637" y="150"/>
                  <a:pt x="637" y="143"/>
                </a:cubicBezTo>
                <a:cubicBezTo>
                  <a:pt x="665" y="123"/>
                  <a:pt x="690" y="97"/>
                  <a:pt x="709" y="6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4" name="Google Shape;64;p23">
            <a:hlinkClick r:id="rId5"/>
          </p:cNvPr>
          <p:cNvSpPr/>
          <p:nvPr/>
        </p:nvSpPr>
        <p:spPr>
          <a:xfrm>
            <a:off x="10916563" y="5594887"/>
            <a:ext cx="290762" cy="205198"/>
          </a:xfrm>
          <a:custGeom>
            <a:rect b="b" l="l" r="r" t="t"/>
            <a:pathLst>
              <a:path extrusionOk="0" h="538" w="768">
                <a:moveTo>
                  <a:pt x="307" y="384"/>
                </a:moveTo>
                <a:lnTo>
                  <a:pt x="307" y="384"/>
                </a:lnTo>
                <a:lnTo>
                  <a:pt x="307" y="154"/>
                </a:lnTo>
                <a:lnTo>
                  <a:pt x="507" y="269"/>
                </a:lnTo>
                <a:lnTo>
                  <a:pt x="307" y="384"/>
                </a:lnTo>
                <a:close/>
                <a:moveTo>
                  <a:pt x="752" y="84"/>
                </a:moveTo>
                <a:lnTo>
                  <a:pt x="752" y="84"/>
                </a:lnTo>
                <a:cubicBezTo>
                  <a:pt x="743" y="51"/>
                  <a:pt x="717" y="25"/>
                  <a:pt x="684" y="16"/>
                </a:cubicBezTo>
                <a:cubicBezTo>
                  <a:pt x="624" y="0"/>
                  <a:pt x="384" y="0"/>
                  <a:pt x="384" y="0"/>
                </a:cubicBezTo>
                <a:cubicBezTo>
                  <a:pt x="384" y="0"/>
                  <a:pt x="144" y="0"/>
                  <a:pt x="84" y="16"/>
                </a:cubicBezTo>
                <a:cubicBezTo>
                  <a:pt x="51" y="25"/>
                  <a:pt x="25" y="51"/>
                  <a:pt x="16" y="84"/>
                </a:cubicBezTo>
                <a:cubicBezTo>
                  <a:pt x="0" y="144"/>
                  <a:pt x="0" y="269"/>
                  <a:pt x="0" y="269"/>
                </a:cubicBezTo>
                <a:cubicBezTo>
                  <a:pt x="0" y="269"/>
                  <a:pt x="0" y="394"/>
                  <a:pt x="16" y="454"/>
                </a:cubicBezTo>
                <a:cubicBezTo>
                  <a:pt x="25" y="487"/>
                  <a:pt x="51" y="513"/>
                  <a:pt x="84" y="522"/>
                </a:cubicBezTo>
                <a:cubicBezTo>
                  <a:pt x="144" y="538"/>
                  <a:pt x="384" y="538"/>
                  <a:pt x="384" y="538"/>
                </a:cubicBezTo>
                <a:cubicBezTo>
                  <a:pt x="384" y="538"/>
                  <a:pt x="624" y="538"/>
                  <a:pt x="684" y="522"/>
                </a:cubicBezTo>
                <a:cubicBezTo>
                  <a:pt x="717" y="513"/>
                  <a:pt x="743" y="487"/>
                  <a:pt x="752" y="454"/>
                </a:cubicBezTo>
                <a:cubicBezTo>
                  <a:pt x="768" y="394"/>
                  <a:pt x="768" y="269"/>
                  <a:pt x="768" y="269"/>
                </a:cubicBezTo>
                <a:cubicBezTo>
                  <a:pt x="768" y="269"/>
                  <a:pt x="768" y="144"/>
                  <a:pt x="752" y="8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A close up of a sign&#10;&#10;Description automatically generated" id="65" name="Google Shape;65;p23"/>
          <p:cNvPicPr preferRelativeResize="0"/>
          <p:nvPr/>
        </p:nvPicPr>
        <p:blipFill rotWithShape="1">
          <a:blip r:embed="rId6">
            <a:alphaModFix/>
          </a:blip>
          <a:srcRect b="0" l="0" r="0" t="0"/>
          <a:stretch/>
        </p:blipFill>
        <p:spPr>
          <a:xfrm>
            <a:off x="10475771" y="5555833"/>
            <a:ext cx="265741" cy="26285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1150">
          <p15:clr>
            <a:srgbClr val="FBAE40"/>
          </p15:clr>
        </p15:guide>
        <p15:guide id="2" orient="horz" pos="3832">
          <p15:clr>
            <a:srgbClr val="FBAE40"/>
          </p15:clr>
        </p15:guide>
        <p15:guide id="3" pos="5588">
          <p15:clr>
            <a:srgbClr val="FBAE40"/>
          </p15:clr>
        </p15:guide>
        <p15:guide id="4" pos="5786">
          <p15:clr>
            <a:srgbClr val="FBAE40"/>
          </p15:clr>
        </p15:guide>
        <p15:guide id="5" orient="horz" pos="4148">
          <p15:clr>
            <a:srgbClr val="FBAE40"/>
          </p15:clr>
        </p15:guide>
        <p15:guide id="6" pos="538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showMasterSp="0">
  <p:cSld name="End Slide">
    <p:bg>
      <p:bgPr>
        <a:solidFill>
          <a:schemeClr val="lt1"/>
        </a:solidFill>
      </p:bgPr>
    </p:bg>
    <p:spTree>
      <p:nvGrpSpPr>
        <p:cNvPr id="66" name="Shape 66"/>
        <p:cNvGrpSpPr/>
        <p:nvPr/>
      </p:nvGrpSpPr>
      <p:grpSpPr>
        <a:xfrm>
          <a:off x="0" y="0"/>
          <a:ext cx="0" cy="0"/>
          <a:chOff x="0" y="0"/>
          <a:chExt cx="0" cy="0"/>
        </a:xfrm>
      </p:grpSpPr>
      <p:sp>
        <p:nvSpPr>
          <p:cNvPr id="67" name="Google Shape;67;p24"/>
          <p:cNvSpPr/>
          <p:nvPr/>
        </p:nvSpPr>
        <p:spPr>
          <a:xfrm>
            <a:off x="1188720" y="1234440"/>
            <a:ext cx="11003279" cy="5623559"/>
          </a:xfrm>
          <a:prstGeom prst="rect">
            <a:avLst/>
          </a:prstGeom>
          <a:solidFill>
            <a:srgbClr val="006E7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800">
              <a:solidFill>
                <a:schemeClr val="dk1"/>
              </a:solidFill>
              <a:latin typeface="Arial"/>
              <a:ea typeface="Arial"/>
              <a:cs typeface="Arial"/>
              <a:sym typeface="Arial"/>
            </a:endParaRPr>
          </a:p>
        </p:txBody>
      </p:sp>
      <p:sp>
        <p:nvSpPr>
          <p:cNvPr descr="UST" id="68" name="Google Shape;68;p24"/>
          <p:cNvSpPr/>
          <p:nvPr/>
        </p:nvSpPr>
        <p:spPr>
          <a:xfrm>
            <a:off x="365125" y="358775"/>
            <a:ext cx="731520" cy="809172"/>
          </a:xfrm>
          <a:custGeom>
            <a:rect b="b" l="l" r="r" t="t"/>
            <a:pathLst>
              <a:path extrusionOk="0" h="4415" w="3998">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9" name="Google Shape;69;p24"/>
          <p:cNvSpPr txBox="1"/>
          <p:nvPr/>
        </p:nvSpPr>
        <p:spPr>
          <a:xfrm>
            <a:off x="1702053" y="1585468"/>
            <a:ext cx="7178422" cy="2105012"/>
          </a:xfrm>
          <a:prstGeom prst="rect">
            <a:avLst/>
          </a:prstGeom>
          <a:noFill/>
          <a:ln>
            <a:noFill/>
          </a:ln>
        </p:spPr>
        <p:txBody>
          <a:bodyPr anchorCtr="0" anchor="b" bIns="0" lIns="0" spcFirstLastPara="1" rIns="0" wrap="square" tIns="0">
            <a:noAutofit/>
          </a:bodyPr>
          <a:lstStyle/>
          <a:p>
            <a:pPr indent="0" lvl="0" marL="0" marR="0" rtl="0" algn="l">
              <a:lnSpc>
                <a:spcPct val="90000"/>
              </a:lnSpc>
              <a:spcBef>
                <a:spcPts val="0"/>
              </a:spcBef>
              <a:spcAft>
                <a:spcPts val="0"/>
              </a:spcAft>
              <a:buClr>
                <a:schemeClr val="lt1"/>
              </a:buClr>
              <a:buSzPts val="4800"/>
              <a:buFont typeface="Arial"/>
              <a:buNone/>
            </a:pPr>
            <a:r>
              <a:rPr b="0" lang="en-US" sz="4800">
                <a:solidFill>
                  <a:schemeClr val="lt1"/>
                </a:solidFill>
                <a:latin typeface="Arial"/>
                <a:ea typeface="Arial"/>
                <a:cs typeface="Arial"/>
                <a:sym typeface="Arial"/>
              </a:rPr>
              <a:t>Thank you</a:t>
            </a:r>
            <a:endParaRPr/>
          </a:p>
        </p:txBody>
      </p:sp>
      <p:sp>
        <p:nvSpPr>
          <p:cNvPr id="70" name="Google Shape;70;p24"/>
          <p:cNvSpPr txBox="1"/>
          <p:nvPr>
            <p:ph idx="1" type="body"/>
          </p:nvPr>
        </p:nvSpPr>
        <p:spPr>
          <a:xfrm>
            <a:off x="1702053" y="4893617"/>
            <a:ext cx="7178422" cy="1598624"/>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lt1"/>
              </a:buClr>
              <a:buSzPts val="1600"/>
              <a:buFont typeface="Arial"/>
              <a:buNone/>
              <a:defRPr sz="1600">
                <a:solidFill>
                  <a:schemeClr val="lt1"/>
                </a:solidFill>
              </a:defRPr>
            </a:lvl1pPr>
            <a:lvl2pPr indent="-228600" lvl="1" marL="914400" algn="l">
              <a:lnSpc>
                <a:spcPct val="100000"/>
              </a:lnSpc>
              <a:spcBef>
                <a:spcPts val="0"/>
              </a:spcBef>
              <a:spcAft>
                <a:spcPts val="0"/>
              </a:spcAft>
              <a:buClr>
                <a:schemeClr val="lt1"/>
              </a:buClr>
              <a:buSzPts val="1600"/>
              <a:buFont typeface="Arial"/>
              <a:buNone/>
              <a:defRPr sz="1600">
                <a:solidFill>
                  <a:schemeClr val="lt1"/>
                </a:solidFill>
              </a:defRPr>
            </a:lvl2pPr>
            <a:lvl3pPr indent="-228600" lvl="2" marL="1371600" algn="l">
              <a:lnSpc>
                <a:spcPct val="100000"/>
              </a:lnSpc>
              <a:spcBef>
                <a:spcPts val="0"/>
              </a:spcBef>
              <a:spcAft>
                <a:spcPts val="0"/>
              </a:spcAft>
              <a:buClr>
                <a:schemeClr val="lt1"/>
              </a:buClr>
              <a:buSzPts val="1600"/>
              <a:buFont typeface="Arial"/>
              <a:buNone/>
              <a:defRPr sz="1600">
                <a:solidFill>
                  <a:schemeClr val="lt1"/>
                </a:solidFill>
              </a:defRPr>
            </a:lvl3pPr>
            <a:lvl4pPr indent="-228600" lvl="3" marL="1828800" algn="l">
              <a:lnSpc>
                <a:spcPct val="100000"/>
              </a:lnSpc>
              <a:spcBef>
                <a:spcPts val="0"/>
              </a:spcBef>
              <a:spcAft>
                <a:spcPts val="0"/>
              </a:spcAft>
              <a:buClr>
                <a:schemeClr val="lt1"/>
              </a:buClr>
              <a:buSzPts val="1600"/>
              <a:buFont typeface="Arial"/>
              <a:buNone/>
              <a:defRPr sz="1600">
                <a:solidFill>
                  <a:schemeClr val="lt1"/>
                </a:solidFill>
              </a:defRPr>
            </a:lvl4pPr>
            <a:lvl5pPr indent="-228600" lvl="4" marL="2286000" algn="l">
              <a:lnSpc>
                <a:spcPct val="100000"/>
              </a:lnSpc>
              <a:spcBef>
                <a:spcPts val="0"/>
              </a:spcBef>
              <a:spcAft>
                <a:spcPts val="0"/>
              </a:spcAft>
              <a:buClr>
                <a:schemeClr val="lt1"/>
              </a:buClr>
              <a:buSzPts val="1600"/>
              <a:buFont typeface="Arial"/>
              <a:buNone/>
              <a:defRPr sz="1600">
                <a:solidFill>
                  <a:schemeClr val="lt1"/>
                </a:solidFill>
              </a:defRPr>
            </a:lvl5pPr>
            <a:lvl6pPr indent="-228600" lvl="5" marL="2743200" algn="l">
              <a:lnSpc>
                <a:spcPct val="100000"/>
              </a:lnSpc>
              <a:spcBef>
                <a:spcPts val="0"/>
              </a:spcBef>
              <a:spcAft>
                <a:spcPts val="0"/>
              </a:spcAft>
              <a:buClr>
                <a:schemeClr val="lt1"/>
              </a:buClr>
              <a:buSzPts val="1600"/>
              <a:buFont typeface="Arial"/>
              <a:buNone/>
              <a:defRPr sz="1600">
                <a:solidFill>
                  <a:schemeClr val="lt1"/>
                </a:solidFill>
              </a:defRPr>
            </a:lvl6pPr>
            <a:lvl7pPr indent="-228600" lvl="6" marL="3200400" algn="l">
              <a:lnSpc>
                <a:spcPct val="100000"/>
              </a:lnSpc>
              <a:spcBef>
                <a:spcPts val="0"/>
              </a:spcBef>
              <a:spcAft>
                <a:spcPts val="0"/>
              </a:spcAft>
              <a:buClr>
                <a:schemeClr val="lt1"/>
              </a:buClr>
              <a:buSzPts val="1600"/>
              <a:buFont typeface="Arial"/>
              <a:buNone/>
              <a:defRPr sz="1600">
                <a:solidFill>
                  <a:schemeClr val="lt1"/>
                </a:solidFill>
              </a:defRPr>
            </a:lvl7pPr>
            <a:lvl8pPr indent="-228600" lvl="7" marL="3657600" algn="l">
              <a:lnSpc>
                <a:spcPct val="100000"/>
              </a:lnSpc>
              <a:spcBef>
                <a:spcPts val="0"/>
              </a:spcBef>
              <a:spcAft>
                <a:spcPts val="0"/>
              </a:spcAft>
              <a:buClr>
                <a:schemeClr val="lt1"/>
              </a:buClr>
              <a:buSzPts val="1600"/>
              <a:buFont typeface="Arial"/>
              <a:buNone/>
              <a:defRPr sz="1600">
                <a:solidFill>
                  <a:schemeClr val="lt1"/>
                </a:solidFill>
              </a:defRPr>
            </a:lvl8pPr>
            <a:lvl9pPr indent="-228600" lvl="8" marL="4114800" algn="l">
              <a:lnSpc>
                <a:spcPct val="100000"/>
              </a:lnSpc>
              <a:spcBef>
                <a:spcPts val="0"/>
              </a:spcBef>
              <a:spcAft>
                <a:spcPts val="0"/>
              </a:spcAft>
              <a:buClr>
                <a:schemeClr val="lt1"/>
              </a:buClr>
              <a:buSzPts val="1600"/>
              <a:buFont typeface="Arial"/>
              <a:buNone/>
              <a:defRPr sz="1600">
                <a:solidFill>
                  <a:schemeClr val="lt1"/>
                </a:solidFill>
              </a:defRPr>
            </a:lvl9pPr>
          </a:lstStyle>
          <a:p/>
        </p:txBody>
      </p:sp>
      <p:sp>
        <p:nvSpPr>
          <p:cNvPr id="71" name="Google Shape;71;p24"/>
          <p:cNvSpPr txBox="1"/>
          <p:nvPr/>
        </p:nvSpPr>
        <p:spPr>
          <a:xfrm>
            <a:off x="9188450" y="4893618"/>
            <a:ext cx="2635250" cy="1598624"/>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lt1"/>
              </a:buClr>
              <a:buSzPts val="1600"/>
              <a:buFont typeface="Arial"/>
              <a:buNone/>
            </a:pPr>
            <a:r>
              <a:rPr b="1" lang="en-US" sz="1600">
                <a:solidFill>
                  <a:schemeClr val="lt1"/>
                </a:solidFill>
                <a:latin typeface="Arial"/>
                <a:ea typeface="Arial"/>
                <a:cs typeface="Arial"/>
                <a:sym typeface="Arial"/>
              </a:rPr>
              <a:t>ust.com</a:t>
            </a:r>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5788">
          <p15:clr>
            <a:srgbClr val="FBAE40"/>
          </p15:clr>
        </p15:guide>
        <p15:guide id="2" orient="horz" pos="4090">
          <p15:clr>
            <a:srgbClr val="FBAE40"/>
          </p15:clr>
        </p15:guide>
        <p15:guide id="3" pos="559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72" name="Shape 72"/>
        <p:cNvGrpSpPr/>
        <p:nvPr/>
      </p:nvGrpSpPr>
      <p:grpSpPr>
        <a:xfrm>
          <a:off x="0" y="0"/>
          <a:ext cx="0" cy="0"/>
          <a:chOff x="0" y="0"/>
          <a:chExt cx="0" cy="0"/>
        </a:xfrm>
      </p:grpSpPr>
      <p:sp>
        <p:nvSpPr>
          <p:cNvPr id="73" name="Google Shape;73;p25"/>
          <p:cNvSpPr/>
          <p:nvPr/>
        </p:nvSpPr>
        <p:spPr>
          <a:xfrm>
            <a:off x="1188720" y="1234440"/>
            <a:ext cx="11003279" cy="5623559"/>
          </a:xfrm>
          <a:prstGeom prst="rect">
            <a:avLst/>
          </a:prstGeom>
          <a:solidFill>
            <a:srgbClr val="006E7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800">
              <a:solidFill>
                <a:schemeClr val="dk1"/>
              </a:solidFill>
              <a:latin typeface="Arial"/>
              <a:ea typeface="Arial"/>
              <a:cs typeface="Arial"/>
              <a:sym typeface="Arial"/>
            </a:endParaRPr>
          </a:p>
        </p:txBody>
      </p:sp>
      <p:sp>
        <p:nvSpPr>
          <p:cNvPr descr="UST" id="74" name="Google Shape;74;p25"/>
          <p:cNvSpPr/>
          <p:nvPr/>
        </p:nvSpPr>
        <p:spPr>
          <a:xfrm>
            <a:off x="365125" y="358775"/>
            <a:ext cx="731520" cy="809172"/>
          </a:xfrm>
          <a:custGeom>
            <a:rect b="b" l="l" r="r" t="t"/>
            <a:pathLst>
              <a:path extrusionOk="0" h="4415" w="3998">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5" name="Google Shape;75;p25"/>
          <p:cNvSpPr txBox="1"/>
          <p:nvPr>
            <p:ph type="ctrTitle"/>
          </p:nvPr>
        </p:nvSpPr>
        <p:spPr>
          <a:xfrm>
            <a:off x="1702053" y="1585468"/>
            <a:ext cx="8686800" cy="2105012"/>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4800"/>
              <a:buFont typeface="Arial"/>
              <a:buNone/>
              <a:defRPr b="0"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5"/>
          <p:cNvSpPr txBox="1"/>
          <p:nvPr>
            <p:ph idx="1" type="subTitle"/>
          </p:nvPr>
        </p:nvSpPr>
        <p:spPr>
          <a:xfrm>
            <a:off x="1702053" y="3931920"/>
            <a:ext cx="8686800" cy="91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2400"/>
              <a:buNone/>
              <a:defRPr sz="2400">
                <a:solidFill>
                  <a:schemeClr val="lt1"/>
                </a:solidFill>
              </a:defRPr>
            </a:lvl1pPr>
            <a:lvl2pPr lvl="1" algn="l">
              <a:lnSpc>
                <a:spcPct val="100000"/>
              </a:lnSpc>
              <a:spcBef>
                <a:spcPts val="0"/>
              </a:spcBef>
              <a:spcAft>
                <a:spcPts val="0"/>
              </a:spcAft>
              <a:buClr>
                <a:schemeClr val="lt1"/>
              </a:buClr>
              <a:buSzPts val="2400"/>
              <a:buNone/>
              <a:defRPr sz="2400">
                <a:solidFill>
                  <a:schemeClr val="lt1"/>
                </a:solidFill>
              </a:defRPr>
            </a:lvl2pPr>
            <a:lvl3pPr lvl="2" algn="l">
              <a:lnSpc>
                <a:spcPct val="100000"/>
              </a:lnSpc>
              <a:spcBef>
                <a:spcPts val="0"/>
              </a:spcBef>
              <a:spcAft>
                <a:spcPts val="0"/>
              </a:spcAft>
              <a:buClr>
                <a:schemeClr val="lt1"/>
              </a:buClr>
              <a:buSzPts val="2400"/>
              <a:buNone/>
              <a:defRPr sz="2400">
                <a:solidFill>
                  <a:schemeClr val="lt1"/>
                </a:solidFill>
              </a:defRPr>
            </a:lvl3pPr>
            <a:lvl4pPr lvl="3" algn="l">
              <a:lnSpc>
                <a:spcPct val="100000"/>
              </a:lnSpc>
              <a:spcBef>
                <a:spcPts val="0"/>
              </a:spcBef>
              <a:spcAft>
                <a:spcPts val="0"/>
              </a:spcAft>
              <a:buClr>
                <a:schemeClr val="lt1"/>
              </a:buClr>
              <a:buSzPts val="2400"/>
              <a:buNone/>
              <a:defRPr sz="2400">
                <a:solidFill>
                  <a:schemeClr val="lt1"/>
                </a:solidFill>
              </a:defRPr>
            </a:lvl4pPr>
            <a:lvl5pPr lvl="4" algn="l">
              <a:lnSpc>
                <a:spcPct val="100000"/>
              </a:lnSpc>
              <a:spcBef>
                <a:spcPts val="0"/>
              </a:spcBef>
              <a:spcAft>
                <a:spcPts val="0"/>
              </a:spcAft>
              <a:buClr>
                <a:schemeClr val="lt1"/>
              </a:buClr>
              <a:buSzPts val="2400"/>
              <a:buNone/>
              <a:defRPr sz="2400">
                <a:solidFill>
                  <a:schemeClr val="lt1"/>
                </a:solidFill>
              </a:defRPr>
            </a:lvl5pPr>
            <a:lvl6pPr lvl="5" algn="l">
              <a:lnSpc>
                <a:spcPct val="100000"/>
              </a:lnSpc>
              <a:spcBef>
                <a:spcPts val="0"/>
              </a:spcBef>
              <a:spcAft>
                <a:spcPts val="0"/>
              </a:spcAft>
              <a:buClr>
                <a:schemeClr val="lt1"/>
              </a:buClr>
              <a:buSzPts val="2400"/>
              <a:buNone/>
              <a:defRPr sz="2400">
                <a:solidFill>
                  <a:schemeClr val="lt1"/>
                </a:solidFill>
              </a:defRPr>
            </a:lvl6pPr>
            <a:lvl7pPr lvl="6" algn="l">
              <a:lnSpc>
                <a:spcPct val="100000"/>
              </a:lnSpc>
              <a:spcBef>
                <a:spcPts val="0"/>
              </a:spcBef>
              <a:spcAft>
                <a:spcPts val="0"/>
              </a:spcAft>
              <a:buClr>
                <a:schemeClr val="lt1"/>
              </a:buClr>
              <a:buSzPts val="2400"/>
              <a:buNone/>
              <a:defRPr sz="2400">
                <a:solidFill>
                  <a:schemeClr val="lt1"/>
                </a:solidFill>
              </a:defRPr>
            </a:lvl7pPr>
            <a:lvl8pPr lvl="7" algn="l">
              <a:lnSpc>
                <a:spcPct val="100000"/>
              </a:lnSpc>
              <a:spcBef>
                <a:spcPts val="0"/>
              </a:spcBef>
              <a:spcAft>
                <a:spcPts val="0"/>
              </a:spcAft>
              <a:buClr>
                <a:schemeClr val="lt1"/>
              </a:buClr>
              <a:buSzPts val="2400"/>
              <a:buNone/>
              <a:defRPr sz="2400">
                <a:solidFill>
                  <a:schemeClr val="lt1"/>
                </a:solidFill>
              </a:defRPr>
            </a:lvl8pPr>
            <a:lvl9pPr lvl="8" algn="l">
              <a:lnSpc>
                <a:spcPct val="100000"/>
              </a:lnSpc>
              <a:spcBef>
                <a:spcPts val="0"/>
              </a:spcBef>
              <a:spcAft>
                <a:spcPts val="0"/>
              </a:spcAft>
              <a:buClr>
                <a:schemeClr val="lt1"/>
              </a:buClr>
              <a:buSzPts val="2400"/>
              <a:buNone/>
              <a:defRPr sz="2400">
                <a:solidFill>
                  <a:schemeClr val="lt1"/>
                </a:solidFill>
              </a:defRPr>
            </a:lvl9pPr>
          </a:lstStyle>
          <a:p/>
        </p:txBody>
      </p:sp>
      <p:sp>
        <p:nvSpPr>
          <p:cNvPr id="77" name="Google Shape;77;p25"/>
          <p:cNvSpPr txBox="1"/>
          <p:nvPr>
            <p:ph idx="2" type="body"/>
          </p:nvPr>
        </p:nvSpPr>
        <p:spPr>
          <a:xfrm>
            <a:off x="1702052" y="5577840"/>
            <a:ext cx="8686800" cy="9144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lt1"/>
              </a:buClr>
              <a:buSzPts val="1600"/>
              <a:buFont typeface="Arial"/>
              <a:buNone/>
              <a:defRPr b="1" sz="1600">
                <a:solidFill>
                  <a:schemeClr val="lt1"/>
                </a:solidFill>
              </a:defRPr>
            </a:lvl1pPr>
            <a:lvl2pPr indent="-228600" lvl="1" marL="914400" algn="l">
              <a:lnSpc>
                <a:spcPct val="100000"/>
              </a:lnSpc>
              <a:spcBef>
                <a:spcPts val="0"/>
              </a:spcBef>
              <a:spcAft>
                <a:spcPts val="0"/>
              </a:spcAft>
              <a:buClr>
                <a:schemeClr val="lt1"/>
              </a:buClr>
              <a:buSzPts val="1600"/>
              <a:buFont typeface="Arial"/>
              <a:buNone/>
              <a:defRPr sz="1600">
                <a:solidFill>
                  <a:schemeClr val="lt1"/>
                </a:solidFill>
              </a:defRPr>
            </a:lvl2pPr>
            <a:lvl3pPr indent="-228600" lvl="2" marL="1371600" algn="l">
              <a:lnSpc>
                <a:spcPct val="100000"/>
              </a:lnSpc>
              <a:spcBef>
                <a:spcPts val="0"/>
              </a:spcBef>
              <a:spcAft>
                <a:spcPts val="0"/>
              </a:spcAft>
              <a:buClr>
                <a:schemeClr val="lt1"/>
              </a:buClr>
              <a:buSzPts val="1600"/>
              <a:buFont typeface="Arial"/>
              <a:buNone/>
              <a:defRPr sz="1600">
                <a:solidFill>
                  <a:schemeClr val="lt1"/>
                </a:solidFill>
              </a:defRPr>
            </a:lvl3pPr>
            <a:lvl4pPr indent="-228600" lvl="3" marL="1828800" algn="l">
              <a:lnSpc>
                <a:spcPct val="100000"/>
              </a:lnSpc>
              <a:spcBef>
                <a:spcPts val="0"/>
              </a:spcBef>
              <a:spcAft>
                <a:spcPts val="0"/>
              </a:spcAft>
              <a:buClr>
                <a:schemeClr val="lt1"/>
              </a:buClr>
              <a:buSzPts val="1600"/>
              <a:buFont typeface="Arial"/>
              <a:buNone/>
              <a:defRPr sz="1600">
                <a:solidFill>
                  <a:schemeClr val="lt1"/>
                </a:solidFill>
              </a:defRPr>
            </a:lvl4pPr>
            <a:lvl5pPr indent="-228600" lvl="4" marL="2286000" algn="l">
              <a:lnSpc>
                <a:spcPct val="100000"/>
              </a:lnSpc>
              <a:spcBef>
                <a:spcPts val="0"/>
              </a:spcBef>
              <a:spcAft>
                <a:spcPts val="0"/>
              </a:spcAft>
              <a:buClr>
                <a:schemeClr val="lt1"/>
              </a:buClr>
              <a:buSzPts val="1600"/>
              <a:buFont typeface="Arial"/>
              <a:buNone/>
              <a:defRPr sz="1600">
                <a:solidFill>
                  <a:schemeClr val="lt1"/>
                </a:solidFill>
              </a:defRPr>
            </a:lvl5pPr>
            <a:lvl6pPr indent="-228600" lvl="5" marL="2743200" algn="l">
              <a:lnSpc>
                <a:spcPct val="100000"/>
              </a:lnSpc>
              <a:spcBef>
                <a:spcPts val="0"/>
              </a:spcBef>
              <a:spcAft>
                <a:spcPts val="0"/>
              </a:spcAft>
              <a:buClr>
                <a:schemeClr val="lt1"/>
              </a:buClr>
              <a:buSzPts val="1600"/>
              <a:buFont typeface="Arial"/>
              <a:buNone/>
              <a:defRPr sz="1600">
                <a:solidFill>
                  <a:schemeClr val="lt1"/>
                </a:solidFill>
              </a:defRPr>
            </a:lvl6pPr>
            <a:lvl7pPr indent="-228600" lvl="6" marL="3200400" algn="l">
              <a:lnSpc>
                <a:spcPct val="100000"/>
              </a:lnSpc>
              <a:spcBef>
                <a:spcPts val="0"/>
              </a:spcBef>
              <a:spcAft>
                <a:spcPts val="0"/>
              </a:spcAft>
              <a:buClr>
                <a:schemeClr val="lt1"/>
              </a:buClr>
              <a:buSzPts val="1600"/>
              <a:buFont typeface="Arial"/>
              <a:buNone/>
              <a:defRPr sz="1600">
                <a:solidFill>
                  <a:schemeClr val="lt1"/>
                </a:solidFill>
              </a:defRPr>
            </a:lvl7pPr>
            <a:lvl8pPr indent="-228600" lvl="7" marL="3657600" algn="l">
              <a:lnSpc>
                <a:spcPct val="100000"/>
              </a:lnSpc>
              <a:spcBef>
                <a:spcPts val="0"/>
              </a:spcBef>
              <a:spcAft>
                <a:spcPts val="0"/>
              </a:spcAft>
              <a:buClr>
                <a:schemeClr val="lt1"/>
              </a:buClr>
              <a:buSzPts val="1600"/>
              <a:buFont typeface="Arial"/>
              <a:buNone/>
              <a:defRPr sz="1600">
                <a:solidFill>
                  <a:schemeClr val="lt1"/>
                </a:solidFill>
              </a:defRPr>
            </a:lvl8pPr>
            <a:lvl9pPr indent="-228600" lvl="8" marL="4114800" algn="l">
              <a:lnSpc>
                <a:spcPct val="100000"/>
              </a:lnSpc>
              <a:spcBef>
                <a:spcPts val="0"/>
              </a:spcBef>
              <a:spcAft>
                <a:spcPts val="0"/>
              </a:spcAft>
              <a:buClr>
                <a:schemeClr val="lt1"/>
              </a:buClr>
              <a:buSzPts val="1600"/>
              <a:buFont typeface="Arial"/>
              <a:buNone/>
              <a:defRPr sz="1600">
                <a:solidFill>
                  <a:schemeClr val="lt1"/>
                </a:solidFill>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4090">
          <p15:clr>
            <a:srgbClr val="FBAE40"/>
          </p15:clr>
        </p15:guide>
        <p15:guide id="2" pos="6546">
          <p15:clr>
            <a:srgbClr val="FBAE40"/>
          </p15:clr>
        </p15:guide>
        <p15:guide id="3" orient="horz" pos="776">
          <p15:clr>
            <a:srgbClr val="FBAE40"/>
          </p15:clr>
        </p15:guide>
        <p15:guide id="4" pos="74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 Photo 01" showMasterSp="0">
  <p:cSld name="1_Title Slide - Photo 01">
    <p:bg>
      <p:bgPr>
        <a:solidFill>
          <a:schemeClr val="lt1"/>
        </a:solidFill>
      </p:bgPr>
    </p:bg>
    <p:spTree>
      <p:nvGrpSpPr>
        <p:cNvPr id="78" name="Shape 78"/>
        <p:cNvGrpSpPr/>
        <p:nvPr/>
      </p:nvGrpSpPr>
      <p:grpSpPr>
        <a:xfrm>
          <a:off x="0" y="0"/>
          <a:ext cx="0" cy="0"/>
          <a:chOff x="0" y="0"/>
          <a:chExt cx="0" cy="0"/>
        </a:xfrm>
      </p:grpSpPr>
      <p:sp>
        <p:nvSpPr>
          <p:cNvPr id="79" name="Google Shape;79;p26"/>
          <p:cNvSpPr/>
          <p:nvPr/>
        </p:nvSpPr>
        <p:spPr>
          <a:xfrm>
            <a:off x="0" y="3840480"/>
            <a:ext cx="12192000" cy="3017520"/>
          </a:xfrm>
          <a:prstGeom prst="rect">
            <a:avLst/>
          </a:prstGeom>
          <a:solidFill>
            <a:srgbClr val="ECECE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800">
              <a:solidFill>
                <a:schemeClr val="dk1"/>
              </a:solidFill>
              <a:latin typeface="Arial"/>
              <a:ea typeface="Arial"/>
              <a:cs typeface="Arial"/>
              <a:sym typeface="Arial"/>
            </a:endParaRPr>
          </a:p>
        </p:txBody>
      </p:sp>
      <p:sp>
        <p:nvSpPr>
          <p:cNvPr descr="UST" id="80" name="Google Shape;80;p26"/>
          <p:cNvSpPr/>
          <p:nvPr/>
        </p:nvSpPr>
        <p:spPr>
          <a:xfrm>
            <a:off x="365125" y="358775"/>
            <a:ext cx="731520" cy="809172"/>
          </a:xfrm>
          <a:custGeom>
            <a:rect b="b" l="l" r="r" t="t"/>
            <a:pathLst>
              <a:path extrusionOk="0" h="4415" w="3998">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1" name="Google Shape;81;p26"/>
          <p:cNvSpPr txBox="1"/>
          <p:nvPr>
            <p:ph type="ctrTitle"/>
          </p:nvPr>
        </p:nvSpPr>
        <p:spPr>
          <a:xfrm>
            <a:off x="1188720" y="1234440"/>
            <a:ext cx="5166360" cy="2304288"/>
          </a:xfrm>
          <a:prstGeom prst="rect">
            <a:avLst/>
          </a:prstGeom>
          <a:solidFill>
            <a:srgbClr val="006E74"/>
          </a:solidFill>
          <a:ln>
            <a:noFill/>
          </a:ln>
        </p:spPr>
        <p:txBody>
          <a:bodyPr anchorCtr="0" anchor="t" bIns="274300" lIns="274300" spcFirstLastPara="1" rIns="274300" wrap="square" tIns="274300">
            <a:noAutofit/>
          </a:bodyPr>
          <a:lstStyle>
            <a:lvl1pPr lvl="0" algn="l">
              <a:lnSpc>
                <a:spcPct val="90000"/>
              </a:lnSpc>
              <a:spcBef>
                <a:spcPts val="0"/>
              </a:spcBef>
              <a:spcAft>
                <a:spcPts val="0"/>
              </a:spcAft>
              <a:buClr>
                <a:schemeClr val="lt1"/>
              </a:buClr>
              <a:buSzPts val="3200"/>
              <a:buFont typeface="Arial"/>
              <a:buNone/>
              <a:defRPr b="0"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26"/>
          <p:cNvSpPr txBox="1"/>
          <p:nvPr>
            <p:ph idx="1" type="subTitle"/>
          </p:nvPr>
        </p:nvSpPr>
        <p:spPr>
          <a:xfrm>
            <a:off x="1188720" y="4114799"/>
            <a:ext cx="5166360" cy="685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2000"/>
              <a:buNone/>
              <a:defRPr b="0" sz="2000">
                <a:solidFill>
                  <a:schemeClr val="dk1"/>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p:txBody>
      </p:sp>
      <p:sp>
        <p:nvSpPr>
          <p:cNvPr id="83" name="Google Shape;83;p26"/>
          <p:cNvSpPr txBox="1"/>
          <p:nvPr>
            <p:ph idx="2" type="body"/>
          </p:nvPr>
        </p:nvSpPr>
        <p:spPr>
          <a:xfrm>
            <a:off x="1188720" y="5577840"/>
            <a:ext cx="5166360" cy="9144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1"/>
              </a:buClr>
              <a:buSzPts val="1600"/>
              <a:buFont typeface="Arial"/>
              <a:buNone/>
              <a:defRPr b="1" sz="1600">
                <a:solidFill>
                  <a:schemeClr val="dk1"/>
                </a:solidFill>
              </a:defRPr>
            </a:lvl1pPr>
            <a:lvl2pPr indent="-228600" lvl="1" marL="914400" algn="l">
              <a:lnSpc>
                <a:spcPct val="100000"/>
              </a:lnSpc>
              <a:spcBef>
                <a:spcPts val="0"/>
              </a:spcBef>
              <a:spcAft>
                <a:spcPts val="0"/>
              </a:spcAft>
              <a:buClr>
                <a:schemeClr val="dk1"/>
              </a:buClr>
              <a:buSzPts val="1600"/>
              <a:buFont typeface="Arial"/>
              <a:buNone/>
              <a:defRPr sz="1600">
                <a:solidFill>
                  <a:schemeClr val="dk1"/>
                </a:solidFill>
              </a:defRPr>
            </a:lvl2pPr>
            <a:lvl3pPr indent="-228600" lvl="2" marL="1371600" algn="l">
              <a:lnSpc>
                <a:spcPct val="100000"/>
              </a:lnSpc>
              <a:spcBef>
                <a:spcPts val="0"/>
              </a:spcBef>
              <a:spcAft>
                <a:spcPts val="0"/>
              </a:spcAft>
              <a:buClr>
                <a:schemeClr val="dk1"/>
              </a:buClr>
              <a:buSzPts val="1600"/>
              <a:buFont typeface="Arial"/>
              <a:buNone/>
              <a:defRPr sz="1600">
                <a:solidFill>
                  <a:schemeClr val="dk1"/>
                </a:solidFill>
              </a:defRPr>
            </a:lvl3pPr>
            <a:lvl4pPr indent="-228600" lvl="3" marL="1828800" algn="l">
              <a:lnSpc>
                <a:spcPct val="100000"/>
              </a:lnSpc>
              <a:spcBef>
                <a:spcPts val="0"/>
              </a:spcBef>
              <a:spcAft>
                <a:spcPts val="0"/>
              </a:spcAft>
              <a:buClr>
                <a:schemeClr val="dk1"/>
              </a:buClr>
              <a:buSzPts val="1600"/>
              <a:buFont typeface="Arial"/>
              <a:buNone/>
              <a:defRPr sz="1600">
                <a:solidFill>
                  <a:schemeClr val="dk1"/>
                </a:solidFill>
              </a:defRPr>
            </a:lvl4pPr>
            <a:lvl5pPr indent="-228600" lvl="4" marL="2286000" algn="l">
              <a:lnSpc>
                <a:spcPct val="100000"/>
              </a:lnSpc>
              <a:spcBef>
                <a:spcPts val="0"/>
              </a:spcBef>
              <a:spcAft>
                <a:spcPts val="0"/>
              </a:spcAft>
              <a:buClr>
                <a:schemeClr val="dk1"/>
              </a:buClr>
              <a:buSzPts val="1600"/>
              <a:buFont typeface="Arial"/>
              <a:buNone/>
              <a:defRPr sz="1600">
                <a:solidFill>
                  <a:schemeClr val="dk1"/>
                </a:solidFill>
              </a:defRPr>
            </a:lvl5pPr>
            <a:lvl6pPr indent="-228600" lvl="5" marL="2743200" algn="l">
              <a:lnSpc>
                <a:spcPct val="100000"/>
              </a:lnSpc>
              <a:spcBef>
                <a:spcPts val="0"/>
              </a:spcBef>
              <a:spcAft>
                <a:spcPts val="0"/>
              </a:spcAft>
              <a:buClr>
                <a:schemeClr val="dk1"/>
              </a:buClr>
              <a:buSzPts val="1600"/>
              <a:buFont typeface="Arial"/>
              <a:buNone/>
              <a:defRPr sz="1600">
                <a:solidFill>
                  <a:schemeClr val="dk1"/>
                </a:solidFill>
              </a:defRPr>
            </a:lvl6pPr>
            <a:lvl7pPr indent="-228600" lvl="6" marL="3200400" algn="l">
              <a:lnSpc>
                <a:spcPct val="100000"/>
              </a:lnSpc>
              <a:spcBef>
                <a:spcPts val="0"/>
              </a:spcBef>
              <a:spcAft>
                <a:spcPts val="0"/>
              </a:spcAft>
              <a:buClr>
                <a:schemeClr val="dk1"/>
              </a:buClr>
              <a:buSzPts val="1600"/>
              <a:buFont typeface="Arial"/>
              <a:buNone/>
              <a:defRPr sz="1600">
                <a:solidFill>
                  <a:schemeClr val="dk1"/>
                </a:solidFill>
              </a:defRPr>
            </a:lvl7pPr>
            <a:lvl8pPr indent="-228600" lvl="7" marL="3657600" algn="l">
              <a:lnSpc>
                <a:spcPct val="100000"/>
              </a:lnSpc>
              <a:spcBef>
                <a:spcPts val="0"/>
              </a:spcBef>
              <a:spcAft>
                <a:spcPts val="0"/>
              </a:spcAft>
              <a:buClr>
                <a:schemeClr val="dk1"/>
              </a:buClr>
              <a:buSzPts val="1600"/>
              <a:buFont typeface="Arial"/>
              <a:buNone/>
              <a:defRPr sz="1600">
                <a:solidFill>
                  <a:schemeClr val="dk1"/>
                </a:solidFill>
              </a:defRPr>
            </a:lvl8pPr>
            <a:lvl9pPr indent="-228600" lvl="8" marL="4114800" algn="l">
              <a:lnSpc>
                <a:spcPct val="100000"/>
              </a:lnSpc>
              <a:spcBef>
                <a:spcPts val="0"/>
              </a:spcBef>
              <a:spcAft>
                <a:spcPts val="0"/>
              </a:spcAft>
              <a:buClr>
                <a:schemeClr val="dk1"/>
              </a:buClr>
              <a:buSzPts val="1600"/>
              <a:buFont typeface="Arial"/>
              <a:buNone/>
              <a:defRPr sz="1600">
                <a:solidFill>
                  <a:schemeClr val="dk1"/>
                </a:solidFill>
              </a:defRPr>
            </a:lvl9pPr>
          </a:lstStyle>
          <a:p/>
        </p:txBody>
      </p:sp>
      <p:sp>
        <p:nvSpPr>
          <p:cNvPr id="84" name="Google Shape;84;p26"/>
          <p:cNvSpPr/>
          <p:nvPr>
            <p:ph idx="3" type="pic"/>
          </p:nvPr>
        </p:nvSpPr>
        <p:spPr>
          <a:xfrm>
            <a:off x="6657340" y="2148840"/>
            <a:ext cx="5166360" cy="4343400"/>
          </a:xfrm>
          <a:prstGeom prst="rect">
            <a:avLst/>
          </a:prstGeom>
          <a:solidFill>
            <a:srgbClr val="D7E0E3"/>
          </a:solid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4090">
          <p15:clr>
            <a:srgbClr val="FBAE40"/>
          </p15:clr>
        </p15:guide>
        <p15:guide id="2" pos="748">
          <p15:clr>
            <a:srgbClr val="FBAE40"/>
          </p15:clr>
        </p15:guide>
        <p15:guide id="3" pos="4192">
          <p15:clr>
            <a:srgbClr val="FBAE40"/>
          </p15:clr>
        </p15:guide>
        <p15:guide id="4" pos="4004">
          <p15:clr>
            <a:srgbClr val="FBAE40"/>
          </p15:clr>
        </p15:guide>
        <p15:guide id="5" orient="horz" pos="77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Photo 02" showMasterSp="0">
  <p:cSld name="Title Slide - Photo 02">
    <p:bg>
      <p:bgPr>
        <a:solidFill>
          <a:schemeClr val="lt1"/>
        </a:solidFill>
      </p:bgPr>
    </p:bg>
    <p:spTree>
      <p:nvGrpSpPr>
        <p:cNvPr id="85" name="Shape 85"/>
        <p:cNvGrpSpPr/>
        <p:nvPr/>
      </p:nvGrpSpPr>
      <p:grpSpPr>
        <a:xfrm>
          <a:off x="0" y="0"/>
          <a:ext cx="0" cy="0"/>
          <a:chOff x="0" y="0"/>
          <a:chExt cx="0" cy="0"/>
        </a:xfrm>
      </p:grpSpPr>
      <p:sp>
        <p:nvSpPr>
          <p:cNvPr descr="UST" id="86" name="Google Shape;86;p27"/>
          <p:cNvSpPr/>
          <p:nvPr/>
        </p:nvSpPr>
        <p:spPr>
          <a:xfrm>
            <a:off x="365125" y="358775"/>
            <a:ext cx="731520" cy="809172"/>
          </a:xfrm>
          <a:custGeom>
            <a:rect b="b" l="l" r="r" t="t"/>
            <a:pathLst>
              <a:path extrusionOk="0" h="4415" w="3998">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7" name="Google Shape;87;p27"/>
          <p:cNvSpPr txBox="1"/>
          <p:nvPr>
            <p:ph type="ctrTitle"/>
          </p:nvPr>
        </p:nvSpPr>
        <p:spPr>
          <a:xfrm>
            <a:off x="6657340" y="365759"/>
            <a:ext cx="5166360" cy="3200400"/>
          </a:xfrm>
          <a:prstGeom prst="rect">
            <a:avLst/>
          </a:prstGeom>
          <a:solidFill>
            <a:srgbClr val="006E74"/>
          </a:solidFill>
          <a:ln>
            <a:noFill/>
          </a:ln>
        </p:spPr>
        <p:txBody>
          <a:bodyPr anchorCtr="0" anchor="t" bIns="274300" lIns="274300" spcFirstLastPara="1" rIns="274300" wrap="square" tIns="274300">
            <a:noAutofit/>
          </a:bodyPr>
          <a:lstStyle>
            <a:lvl1pPr lvl="0" algn="l">
              <a:lnSpc>
                <a:spcPct val="90000"/>
              </a:lnSpc>
              <a:spcBef>
                <a:spcPts val="0"/>
              </a:spcBef>
              <a:spcAft>
                <a:spcPts val="0"/>
              </a:spcAft>
              <a:buClr>
                <a:schemeClr val="lt1"/>
              </a:buClr>
              <a:buSzPts val="3200"/>
              <a:buFont typeface="Arial"/>
              <a:buNone/>
              <a:defRPr b="0"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27"/>
          <p:cNvSpPr txBox="1"/>
          <p:nvPr>
            <p:ph idx="1" type="subTitle"/>
          </p:nvPr>
        </p:nvSpPr>
        <p:spPr>
          <a:xfrm>
            <a:off x="6931152" y="2651760"/>
            <a:ext cx="4617720" cy="685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2000"/>
              <a:buNone/>
              <a:defRPr b="0" sz="2000">
                <a:solidFill>
                  <a:schemeClr val="lt1"/>
                </a:solidFill>
              </a:defRPr>
            </a:lvl1pPr>
            <a:lvl2pPr lvl="1" algn="l">
              <a:lnSpc>
                <a:spcPct val="100000"/>
              </a:lnSpc>
              <a:spcBef>
                <a:spcPts val="0"/>
              </a:spcBef>
              <a:spcAft>
                <a:spcPts val="0"/>
              </a:spcAft>
              <a:buClr>
                <a:schemeClr val="lt1"/>
              </a:buClr>
              <a:buSzPts val="2000"/>
              <a:buNone/>
              <a:defRPr sz="2000">
                <a:solidFill>
                  <a:schemeClr val="lt1"/>
                </a:solidFill>
              </a:defRPr>
            </a:lvl2pPr>
            <a:lvl3pPr lvl="2" algn="l">
              <a:lnSpc>
                <a:spcPct val="100000"/>
              </a:lnSpc>
              <a:spcBef>
                <a:spcPts val="0"/>
              </a:spcBef>
              <a:spcAft>
                <a:spcPts val="0"/>
              </a:spcAft>
              <a:buClr>
                <a:schemeClr val="lt1"/>
              </a:buClr>
              <a:buSzPts val="2000"/>
              <a:buNone/>
              <a:defRPr sz="2000">
                <a:solidFill>
                  <a:schemeClr val="lt1"/>
                </a:solidFill>
              </a:defRPr>
            </a:lvl3pPr>
            <a:lvl4pPr lvl="3" algn="l">
              <a:lnSpc>
                <a:spcPct val="100000"/>
              </a:lnSpc>
              <a:spcBef>
                <a:spcPts val="0"/>
              </a:spcBef>
              <a:spcAft>
                <a:spcPts val="0"/>
              </a:spcAft>
              <a:buClr>
                <a:schemeClr val="lt1"/>
              </a:buClr>
              <a:buSzPts val="2000"/>
              <a:buNone/>
              <a:defRPr sz="2000">
                <a:solidFill>
                  <a:schemeClr val="lt1"/>
                </a:solidFill>
              </a:defRPr>
            </a:lvl4pPr>
            <a:lvl5pPr lvl="4" algn="l">
              <a:lnSpc>
                <a:spcPct val="100000"/>
              </a:lnSpc>
              <a:spcBef>
                <a:spcPts val="0"/>
              </a:spcBef>
              <a:spcAft>
                <a:spcPts val="0"/>
              </a:spcAft>
              <a:buClr>
                <a:schemeClr val="lt1"/>
              </a:buClr>
              <a:buSzPts val="2000"/>
              <a:buNone/>
              <a:defRPr sz="2000">
                <a:solidFill>
                  <a:schemeClr val="lt1"/>
                </a:solidFill>
              </a:defRPr>
            </a:lvl5pPr>
            <a:lvl6pPr lvl="5" algn="l">
              <a:lnSpc>
                <a:spcPct val="100000"/>
              </a:lnSpc>
              <a:spcBef>
                <a:spcPts val="0"/>
              </a:spcBef>
              <a:spcAft>
                <a:spcPts val="0"/>
              </a:spcAft>
              <a:buClr>
                <a:schemeClr val="lt1"/>
              </a:buClr>
              <a:buSzPts val="2000"/>
              <a:buNone/>
              <a:defRPr sz="2000">
                <a:solidFill>
                  <a:schemeClr val="lt1"/>
                </a:solidFill>
              </a:defRPr>
            </a:lvl6pPr>
            <a:lvl7pPr lvl="6" algn="l">
              <a:lnSpc>
                <a:spcPct val="100000"/>
              </a:lnSpc>
              <a:spcBef>
                <a:spcPts val="0"/>
              </a:spcBef>
              <a:spcAft>
                <a:spcPts val="0"/>
              </a:spcAft>
              <a:buClr>
                <a:schemeClr val="lt1"/>
              </a:buClr>
              <a:buSzPts val="2000"/>
              <a:buNone/>
              <a:defRPr sz="2000">
                <a:solidFill>
                  <a:schemeClr val="lt1"/>
                </a:solidFill>
              </a:defRPr>
            </a:lvl7pPr>
            <a:lvl8pPr lvl="7" algn="l">
              <a:lnSpc>
                <a:spcPct val="100000"/>
              </a:lnSpc>
              <a:spcBef>
                <a:spcPts val="0"/>
              </a:spcBef>
              <a:spcAft>
                <a:spcPts val="0"/>
              </a:spcAft>
              <a:buClr>
                <a:schemeClr val="lt1"/>
              </a:buClr>
              <a:buSzPts val="2000"/>
              <a:buNone/>
              <a:defRPr sz="2000">
                <a:solidFill>
                  <a:schemeClr val="lt1"/>
                </a:solidFill>
              </a:defRPr>
            </a:lvl8pPr>
            <a:lvl9pPr lvl="8" algn="l">
              <a:lnSpc>
                <a:spcPct val="100000"/>
              </a:lnSpc>
              <a:spcBef>
                <a:spcPts val="0"/>
              </a:spcBef>
              <a:spcAft>
                <a:spcPts val="0"/>
              </a:spcAft>
              <a:buClr>
                <a:schemeClr val="lt1"/>
              </a:buClr>
              <a:buSzPts val="2000"/>
              <a:buNone/>
              <a:defRPr sz="2000">
                <a:solidFill>
                  <a:schemeClr val="lt1"/>
                </a:solidFill>
              </a:defRPr>
            </a:lvl9pPr>
          </a:lstStyle>
          <a:p/>
        </p:txBody>
      </p:sp>
      <p:sp>
        <p:nvSpPr>
          <p:cNvPr id="89" name="Google Shape;89;p27"/>
          <p:cNvSpPr txBox="1"/>
          <p:nvPr>
            <p:ph idx="2" type="body"/>
          </p:nvPr>
        </p:nvSpPr>
        <p:spPr>
          <a:xfrm>
            <a:off x="6657340" y="5577840"/>
            <a:ext cx="5166360" cy="9144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1"/>
              </a:buClr>
              <a:buSzPts val="1600"/>
              <a:buFont typeface="Arial"/>
              <a:buNone/>
              <a:defRPr b="1" sz="1600">
                <a:solidFill>
                  <a:schemeClr val="dk1"/>
                </a:solidFill>
              </a:defRPr>
            </a:lvl1pPr>
            <a:lvl2pPr indent="-228600" lvl="1" marL="914400" algn="l">
              <a:lnSpc>
                <a:spcPct val="100000"/>
              </a:lnSpc>
              <a:spcBef>
                <a:spcPts val="0"/>
              </a:spcBef>
              <a:spcAft>
                <a:spcPts val="0"/>
              </a:spcAft>
              <a:buClr>
                <a:schemeClr val="dk1"/>
              </a:buClr>
              <a:buSzPts val="1600"/>
              <a:buFont typeface="Arial"/>
              <a:buNone/>
              <a:defRPr sz="1600">
                <a:solidFill>
                  <a:schemeClr val="dk1"/>
                </a:solidFill>
              </a:defRPr>
            </a:lvl2pPr>
            <a:lvl3pPr indent="-228600" lvl="2" marL="1371600" algn="l">
              <a:lnSpc>
                <a:spcPct val="100000"/>
              </a:lnSpc>
              <a:spcBef>
                <a:spcPts val="0"/>
              </a:spcBef>
              <a:spcAft>
                <a:spcPts val="0"/>
              </a:spcAft>
              <a:buClr>
                <a:schemeClr val="dk1"/>
              </a:buClr>
              <a:buSzPts val="1600"/>
              <a:buFont typeface="Arial"/>
              <a:buNone/>
              <a:defRPr sz="1600">
                <a:solidFill>
                  <a:schemeClr val="dk1"/>
                </a:solidFill>
              </a:defRPr>
            </a:lvl3pPr>
            <a:lvl4pPr indent="-228600" lvl="3" marL="1828800" algn="l">
              <a:lnSpc>
                <a:spcPct val="100000"/>
              </a:lnSpc>
              <a:spcBef>
                <a:spcPts val="0"/>
              </a:spcBef>
              <a:spcAft>
                <a:spcPts val="0"/>
              </a:spcAft>
              <a:buClr>
                <a:schemeClr val="dk1"/>
              </a:buClr>
              <a:buSzPts val="1600"/>
              <a:buFont typeface="Arial"/>
              <a:buNone/>
              <a:defRPr sz="1600">
                <a:solidFill>
                  <a:schemeClr val="dk1"/>
                </a:solidFill>
              </a:defRPr>
            </a:lvl4pPr>
            <a:lvl5pPr indent="-228600" lvl="4" marL="2286000" algn="l">
              <a:lnSpc>
                <a:spcPct val="100000"/>
              </a:lnSpc>
              <a:spcBef>
                <a:spcPts val="0"/>
              </a:spcBef>
              <a:spcAft>
                <a:spcPts val="0"/>
              </a:spcAft>
              <a:buClr>
                <a:schemeClr val="dk1"/>
              </a:buClr>
              <a:buSzPts val="1600"/>
              <a:buFont typeface="Arial"/>
              <a:buNone/>
              <a:defRPr sz="1600">
                <a:solidFill>
                  <a:schemeClr val="dk1"/>
                </a:solidFill>
              </a:defRPr>
            </a:lvl5pPr>
            <a:lvl6pPr indent="-228600" lvl="5" marL="2743200" algn="l">
              <a:lnSpc>
                <a:spcPct val="100000"/>
              </a:lnSpc>
              <a:spcBef>
                <a:spcPts val="0"/>
              </a:spcBef>
              <a:spcAft>
                <a:spcPts val="0"/>
              </a:spcAft>
              <a:buClr>
                <a:schemeClr val="dk1"/>
              </a:buClr>
              <a:buSzPts val="1600"/>
              <a:buFont typeface="Arial"/>
              <a:buNone/>
              <a:defRPr sz="1600">
                <a:solidFill>
                  <a:schemeClr val="dk1"/>
                </a:solidFill>
              </a:defRPr>
            </a:lvl6pPr>
            <a:lvl7pPr indent="-228600" lvl="6" marL="3200400" algn="l">
              <a:lnSpc>
                <a:spcPct val="100000"/>
              </a:lnSpc>
              <a:spcBef>
                <a:spcPts val="0"/>
              </a:spcBef>
              <a:spcAft>
                <a:spcPts val="0"/>
              </a:spcAft>
              <a:buClr>
                <a:schemeClr val="dk1"/>
              </a:buClr>
              <a:buSzPts val="1600"/>
              <a:buFont typeface="Arial"/>
              <a:buNone/>
              <a:defRPr sz="1600">
                <a:solidFill>
                  <a:schemeClr val="dk1"/>
                </a:solidFill>
              </a:defRPr>
            </a:lvl7pPr>
            <a:lvl8pPr indent="-228600" lvl="7" marL="3657600" algn="l">
              <a:lnSpc>
                <a:spcPct val="100000"/>
              </a:lnSpc>
              <a:spcBef>
                <a:spcPts val="0"/>
              </a:spcBef>
              <a:spcAft>
                <a:spcPts val="0"/>
              </a:spcAft>
              <a:buClr>
                <a:schemeClr val="dk1"/>
              </a:buClr>
              <a:buSzPts val="1600"/>
              <a:buFont typeface="Arial"/>
              <a:buNone/>
              <a:defRPr sz="1600">
                <a:solidFill>
                  <a:schemeClr val="dk1"/>
                </a:solidFill>
              </a:defRPr>
            </a:lvl8pPr>
            <a:lvl9pPr indent="-228600" lvl="8" marL="4114800" algn="l">
              <a:lnSpc>
                <a:spcPct val="100000"/>
              </a:lnSpc>
              <a:spcBef>
                <a:spcPts val="0"/>
              </a:spcBef>
              <a:spcAft>
                <a:spcPts val="0"/>
              </a:spcAft>
              <a:buClr>
                <a:schemeClr val="dk1"/>
              </a:buClr>
              <a:buSzPts val="1600"/>
              <a:buFont typeface="Arial"/>
              <a:buNone/>
              <a:defRPr sz="1600">
                <a:solidFill>
                  <a:schemeClr val="dk1"/>
                </a:solidFill>
              </a:defRPr>
            </a:lvl9pPr>
          </a:lstStyle>
          <a:p/>
        </p:txBody>
      </p:sp>
      <p:sp>
        <p:nvSpPr>
          <p:cNvPr id="90" name="Google Shape;90;p27"/>
          <p:cNvSpPr/>
          <p:nvPr>
            <p:ph idx="3" type="pic"/>
          </p:nvPr>
        </p:nvSpPr>
        <p:spPr>
          <a:xfrm>
            <a:off x="1188720" y="1234440"/>
            <a:ext cx="5166360" cy="5257800"/>
          </a:xfrm>
          <a:prstGeom prst="rect">
            <a:avLst/>
          </a:prstGeom>
          <a:solidFill>
            <a:srgbClr val="D7E0E3"/>
          </a:solid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porate Factsheet">
  <p:cSld name="Corporate Factsheet">
    <p:bg>
      <p:bgPr>
        <a:solidFill>
          <a:schemeClr val="lt2"/>
        </a:solidFill>
      </p:bgPr>
    </p:bg>
    <p:spTree>
      <p:nvGrpSpPr>
        <p:cNvPr id="91" name="Shape 91"/>
        <p:cNvGrpSpPr/>
        <p:nvPr/>
      </p:nvGrpSpPr>
      <p:grpSpPr>
        <a:xfrm>
          <a:off x="0" y="0"/>
          <a:ext cx="0" cy="0"/>
          <a:chOff x="0" y="0"/>
          <a:chExt cx="0" cy="0"/>
        </a:xfrm>
      </p:grpSpPr>
      <p:sp>
        <p:nvSpPr>
          <p:cNvPr id="92" name="Google Shape;92;p28"/>
          <p:cNvSpPr txBox="1"/>
          <p:nvPr/>
        </p:nvSpPr>
        <p:spPr>
          <a:xfrm>
            <a:off x="365759" y="365760"/>
            <a:ext cx="7318951" cy="118872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None/>
            </a:pPr>
            <a:r>
              <a:rPr b="1" lang="en-US" sz="3200">
                <a:solidFill>
                  <a:schemeClr val="dk1"/>
                </a:solidFill>
                <a:latin typeface="Arial"/>
                <a:ea typeface="Arial"/>
                <a:cs typeface="Arial"/>
                <a:sym typeface="Arial"/>
              </a:rPr>
              <a:t>Who we are</a:t>
            </a:r>
            <a:endParaRPr/>
          </a:p>
        </p:txBody>
      </p:sp>
      <p:graphicFrame>
        <p:nvGraphicFramePr>
          <p:cNvPr id="93" name="Google Shape;93;p28"/>
          <p:cNvGraphicFramePr/>
          <p:nvPr/>
        </p:nvGraphicFramePr>
        <p:xfrm>
          <a:off x="365758" y="1554480"/>
          <a:ext cx="3000000" cy="3000000"/>
        </p:xfrm>
        <a:graphic>
          <a:graphicData uri="http://schemas.openxmlformats.org/drawingml/2006/table">
            <a:tbl>
              <a:tblPr>
                <a:noFill/>
                <a:tableStyleId>{623F975B-788E-4566-A0C3-56C9AED315A6}</a:tableStyleId>
              </a:tblPr>
              <a:tblGrid>
                <a:gridCol w="4724650"/>
              </a:tblGrid>
              <a:tr h="879475">
                <a:tc>
                  <a:txBody>
                    <a:bodyPr/>
                    <a:lstStyle/>
                    <a:p>
                      <a:pPr indent="0" lvl="0" marL="0" marR="0" rtl="0" algn="l">
                        <a:lnSpc>
                          <a:spcPct val="80000"/>
                        </a:lnSpc>
                        <a:spcBef>
                          <a:spcPts val="0"/>
                        </a:spcBef>
                        <a:spcAft>
                          <a:spcPts val="0"/>
                        </a:spcAft>
                        <a:buNone/>
                      </a:pPr>
                      <a:r>
                        <a:rPr lang="en-US" sz="9600" u="none" cap="none" strike="noStrike"/>
                        <a:t>Impact</a:t>
                      </a:r>
                      <a:endParaRPr/>
                    </a:p>
                    <a:p>
                      <a:pPr indent="0" lvl="0" marL="0" marR="0" rtl="0" algn="l">
                        <a:lnSpc>
                          <a:spcPct val="80000"/>
                        </a:lnSpc>
                        <a:spcBef>
                          <a:spcPts val="0"/>
                        </a:spcBef>
                        <a:spcAft>
                          <a:spcPts val="0"/>
                        </a:spcAft>
                        <a:buNone/>
                      </a:pPr>
                      <a:r>
                        <a:rPr lang="en-US" sz="9600" u="none" cap="none" strike="noStrike"/>
                        <a:t>unbound</a:t>
                      </a:r>
                      <a:endParaRPr/>
                    </a:p>
                  </a:txBody>
                  <a:tcPr marT="0" marB="0" marR="0" marL="0"/>
                </a:tc>
              </a:tr>
            </a:tbl>
          </a:graphicData>
        </a:graphic>
      </p:graphicFrame>
      <p:sp>
        <p:nvSpPr>
          <p:cNvPr id="94" name="Google Shape;94;p28"/>
          <p:cNvSpPr/>
          <p:nvPr/>
        </p:nvSpPr>
        <p:spPr>
          <a:xfrm>
            <a:off x="1816100" y="4023360"/>
            <a:ext cx="2478659" cy="2059940"/>
          </a:xfrm>
          <a:prstGeom prst="rect">
            <a:avLst/>
          </a:prstGeom>
          <a:solidFill>
            <a:srgbClr val="006E74"/>
          </a:solidFill>
          <a:ln>
            <a:noFill/>
          </a:ln>
        </p:spPr>
        <p:txBody>
          <a:bodyPr anchorCtr="0" anchor="ctr" bIns="91425" lIns="274300" spcFirstLastPara="1" rIns="91425" wrap="square" tIns="91425">
            <a:noAutofit/>
          </a:bodyPr>
          <a:lstStyle/>
          <a:p>
            <a:pPr indent="0" lvl="0" marL="0" marR="0" rtl="0" algn="l">
              <a:spcBef>
                <a:spcPts val="0"/>
              </a:spcBef>
              <a:spcAft>
                <a:spcPts val="0"/>
              </a:spcAft>
              <a:buNone/>
            </a:pPr>
            <a:r>
              <a:rPr lang="en-US" sz="1800">
                <a:solidFill>
                  <a:schemeClr val="lt1"/>
                </a:solidFill>
                <a:latin typeface="Arial"/>
                <a:ea typeface="Arial"/>
                <a:cs typeface="Arial"/>
                <a:sym typeface="Arial"/>
              </a:rPr>
              <a:t>Transforming the world's best companies through the power of technology.</a:t>
            </a:r>
            <a:endParaRPr/>
          </a:p>
        </p:txBody>
      </p:sp>
      <p:grpSp>
        <p:nvGrpSpPr>
          <p:cNvPr id="95" name="Google Shape;95;p28"/>
          <p:cNvGrpSpPr/>
          <p:nvPr/>
        </p:nvGrpSpPr>
        <p:grpSpPr>
          <a:xfrm>
            <a:off x="5611672" y="-1"/>
            <a:ext cx="5489145" cy="6858001"/>
            <a:chOff x="5611672" y="-1"/>
            <a:chExt cx="5489145" cy="6858001"/>
          </a:xfrm>
        </p:grpSpPr>
        <p:cxnSp>
          <p:nvCxnSpPr>
            <p:cNvPr id="96" name="Google Shape;96;p28"/>
            <p:cNvCxnSpPr/>
            <p:nvPr/>
          </p:nvCxnSpPr>
          <p:spPr>
            <a:xfrm>
              <a:off x="7900416" y="-1"/>
              <a:ext cx="0" cy="868680"/>
            </a:xfrm>
            <a:prstGeom prst="straightConnector1">
              <a:avLst/>
            </a:prstGeom>
            <a:noFill/>
            <a:ln cap="flat" cmpd="sng" w="12700">
              <a:solidFill>
                <a:srgbClr val="231F20"/>
              </a:solidFill>
              <a:prstDash val="solid"/>
              <a:round/>
              <a:headEnd len="sm" w="sm" type="none"/>
              <a:tailEnd len="sm" w="sm" type="none"/>
            </a:ln>
          </p:spPr>
        </p:cxnSp>
        <p:sp>
          <p:nvSpPr>
            <p:cNvPr id="97" name="Google Shape;97;p28"/>
            <p:cNvSpPr txBox="1"/>
            <p:nvPr/>
          </p:nvSpPr>
          <p:spPr>
            <a:xfrm>
              <a:off x="7900416" y="868679"/>
              <a:ext cx="3200400" cy="105409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000">
                  <a:solidFill>
                    <a:schemeClr val="dk1"/>
                  </a:solidFill>
                  <a:latin typeface="Arial"/>
                  <a:ea typeface="Arial"/>
                  <a:cs typeface="Arial"/>
                  <a:sym typeface="Arial"/>
                </a:rPr>
                <a:t>Our history</a:t>
              </a:r>
              <a:endParaRPr/>
            </a:p>
            <a:p>
              <a:pPr indent="0" lvl="0" marL="0" marR="0" rtl="0" algn="l">
                <a:spcBef>
                  <a:spcPts val="600"/>
                </a:spcBef>
                <a:spcAft>
                  <a:spcPts val="0"/>
                </a:spcAft>
                <a:buNone/>
              </a:pPr>
              <a:r>
                <a:rPr lang="en-US" sz="1000">
                  <a:solidFill>
                    <a:schemeClr val="dk1"/>
                  </a:solidFill>
                  <a:latin typeface="Arial"/>
                  <a:ea typeface="Arial"/>
                  <a:cs typeface="Arial"/>
                  <a:sym typeface="Arial"/>
                </a:rPr>
                <a:t>Born digital in 1999</a:t>
              </a:r>
              <a:endParaRPr/>
            </a:p>
            <a:p>
              <a:pPr indent="0" lvl="0" marL="0" marR="0" rtl="0" algn="l">
                <a:spcBef>
                  <a:spcPts val="300"/>
                </a:spcBef>
                <a:spcAft>
                  <a:spcPts val="0"/>
                </a:spcAft>
                <a:buNone/>
              </a:pPr>
              <a:r>
                <a:rPr lang="en-US" sz="1000">
                  <a:solidFill>
                    <a:schemeClr val="dk1"/>
                  </a:solidFill>
                  <a:latin typeface="Arial"/>
                  <a:ea typeface="Arial"/>
                  <a:cs typeface="Arial"/>
                  <a:sym typeface="Arial"/>
                </a:rPr>
                <a:t>HQ. Orange County, CA</a:t>
              </a:r>
              <a:endParaRPr/>
            </a:p>
            <a:p>
              <a:pPr indent="0" lvl="0" marL="0" marR="0" rtl="0" algn="l">
                <a:spcBef>
                  <a:spcPts val="300"/>
                </a:spcBef>
                <a:spcAft>
                  <a:spcPts val="0"/>
                </a:spcAft>
                <a:buNone/>
              </a:pPr>
              <a:r>
                <a:rPr lang="en-US" sz="1000">
                  <a:solidFill>
                    <a:schemeClr val="dk1"/>
                  </a:solidFill>
                  <a:latin typeface="Arial"/>
                  <a:ea typeface="Arial"/>
                  <a:cs typeface="Arial"/>
                  <a:sym typeface="Arial"/>
                </a:rPr>
                <a:t>30,000⁺ employees</a:t>
              </a:r>
              <a:endParaRPr/>
            </a:p>
            <a:p>
              <a:pPr indent="0" lvl="0" marL="0" marR="0" rtl="0" algn="l">
                <a:spcBef>
                  <a:spcPts val="300"/>
                </a:spcBef>
                <a:spcAft>
                  <a:spcPts val="0"/>
                </a:spcAft>
                <a:buNone/>
              </a:pPr>
              <a:r>
                <a:rPr lang="en-US" sz="1000">
                  <a:solidFill>
                    <a:schemeClr val="dk1"/>
                  </a:solidFill>
                  <a:latin typeface="Arial"/>
                  <a:ea typeface="Arial"/>
                  <a:cs typeface="Arial"/>
                  <a:sym typeface="Arial"/>
                </a:rPr>
                <a:t>140⁺ global 1000 clients</a:t>
              </a:r>
              <a:endParaRPr/>
            </a:p>
          </p:txBody>
        </p:sp>
        <p:cxnSp>
          <p:nvCxnSpPr>
            <p:cNvPr id="98" name="Google Shape;98;p28"/>
            <p:cNvCxnSpPr/>
            <p:nvPr/>
          </p:nvCxnSpPr>
          <p:spPr>
            <a:xfrm flipH="1">
              <a:off x="7900415" y="1922778"/>
              <a:ext cx="2" cy="474433"/>
            </a:xfrm>
            <a:prstGeom prst="straightConnector1">
              <a:avLst/>
            </a:prstGeom>
            <a:noFill/>
            <a:ln cap="flat" cmpd="sng" w="12700">
              <a:solidFill>
                <a:srgbClr val="231F20"/>
              </a:solidFill>
              <a:prstDash val="solid"/>
              <a:round/>
              <a:headEnd len="sm" w="sm" type="none"/>
              <a:tailEnd len="sm" w="sm" type="none"/>
            </a:ln>
          </p:spPr>
        </p:cxnSp>
        <p:sp>
          <p:nvSpPr>
            <p:cNvPr id="99" name="Google Shape;99;p28"/>
            <p:cNvSpPr txBox="1"/>
            <p:nvPr/>
          </p:nvSpPr>
          <p:spPr>
            <a:xfrm>
              <a:off x="5611672" y="2515869"/>
              <a:ext cx="2288743" cy="1508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lang="en-US" sz="1000">
                  <a:solidFill>
                    <a:schemeClr val="dk1"/>
                  </a:solidFill>
                  <a:latin typeface="Arial"/>
                  <a:ea typeface="Arial"/>
                  <a:cs typeface="Arial"/>
                  <a:sym typeface="Arial"/>
                </a:rPr>
                <a:t>Industry verticals</a:t>
              </a:r>
              <a:endParaRPr/>
            </a:p>
            <a:p>
              <a:pPr indent="0" lvl="0" marL="0" marR="0" rtl="0" algn="r">
                <a:spcBef>
                  <a:spcPts val="600"/>
                </a:spcBef>
                <a:spcAft>
                  <a:spcPts val="0"/>
                </a:spcAft>
                <a:buNone/>
              </a:pPr>
              <a:r>
                <a:rPr lang="en-US" sz="1000">
                  <a:solidFill>
                    <a:schemeClr val="dk1"/>
                  </a:solidFill>
                  <a:latin typeface="Arial"/>
                  <a:ea typeface="Arial"/>
                  <a:cs typeface="Arial"/>
                  <a:sym typeface="Arial"/>
                </a:rPr>
                <a:t>Financial Services</a:t>
              </a:r>
              <a:endParaRPr/>
            </a:p>
            <a:p>
              <a:pPr indent="0" lvl="0" marL="0" marR="0" rtl="0" algn="r">
                <a:spcBef>
                  <a:spcPts val="300"/>
                </a:spcBef>
                <a:spcAft>
                  <a:spcPts val="0"/>
                </a:spcAft>
                <a:buNone/>
              </a:pPr>
              <a:r>
                <a:rPr lang="en-US" sz="1000">
                  <a:solidFill>
                    <a:schemeClr val="dk1"/>
                  </a:solidFill>
                  <a:latin typeface="Arial"/>
                  <a:ea typeface="Arial"/>
                  <a:cs typeface="Arial"/>
                  <a:sym typeface="Arial"/>
                </a:rPr>
                <a:t>Healthcare</a:t>
              </a:r>
              <a:endParaRPr/>
            </a:p>
            <a:p>
              <a:pPr indent="0" lvl="0" marL="0" marR="0" rtl="0" algn="r">
                <a:spcBef>
                  <a:spcPts val="300"/>
                </a:spcBef>
                <a:spcAft>
                  <a:spcPts val="0"/>
                </a:spcAft>
                <a:buNone/>
              </a:pPr>
              <a:r>
                <a:rPr lang="en-US" sz="1000">
                  <a:solidFill>
                    <a:schemeClr val="dk1"/>
                  </a:solidFill>
                  <a:latin typeface="Arial"/>
                  <a:ea typeface="Arial"/>
                  <a:cs typeface="Arial"/>
                  <a:sym typeface="Arial"/>
                </a:rPr>
                <a:t>Retail &amp; CPG</a:t>
              </a:r>
              <a:endParaRPr/>
            </a:p>
            <a:p>
              <a:pPr indent="0" lvl="0" marL="0" marR="0" rtl="0" algn="r">
                <a:spcBef>
                  <a:spcPts val="300"/>
                </a:spcBef>
                <a:spcAft>
                  <a:spcPts val="0"/>
                </a:spcAft>
                <a:buNone/>
              </a:pPr>
              <a:r>
                <a:rPr lang="en-US" sz="1000">
                  <a:solidFill>
                    <a:schemeClr val="dk1"/>
                  </a:solidFill>
                  <a:latin typeface="Arial"/>
                  <a:ea typeface="Arial"/>
                  <a:cs typeface="Arial"/>
                  <a:sym typeface="Arial"/>
                </a:rPr>
                <a:t>Manufacturing</a:t>
              </a:r>
              <a:endParaRPr/>
            </a:p>
            <a:p>
              <a:pPr indent="0" lvl="0" marL="0" marR="0" rtl="0" algn="r">
                <a:spcBef>
                  <a:spcPts val="300"/>
                </a:spcBef>
                <a:spcAft>
                  <a:spcPts val="0"/>
                </a:spcAft>
                <a:buNone/>
              </a:pPr>
              <a:r>
                <a:rPr lang="en-US" sz="1000">
                  <a:solidFill>
                    <a:schemeClr val="dk1"/>
                  </a:solidFill>
                  <a:latin typeface="Arial"/>
                  <a:ea typeface="Arial"/>
                  <a:cs typeface="Arial"/>
                  <a:sym typeface="Arial"/>
                </a:rPr>
                <a:t>Technology, Media &amp; Telecom</a:t>
              </a:r>
              <a:endParaRPr/>
            </a:p>
            <a:p>
              <a:pPr indent="0" lvl="0" marL="0" marR="0" rtl="0" algn="r">
                <a:spcBef>
                  <a:spcPts val="300"/>
                </a:spcBef>
                <a:spcAft>
                  <a:spcPts val="0"/>
                </a:spcAft>
                <a:buNone/>
              </a:pPr>
              <a:r>
                <a:rPr lang="en-US" sz="1000">
                  <a:solidFill>
                    <a:schemeClr val="dk1"/>
                  </a:solidFill>
                  <a:latin typeface="Arial"/>
                  <a:ea typeface="Arial"/>
                  <a:cs typeface="Arial"/>
                  <a:sym typeface="Arial"/>
                </a:rPr>
                <a:t>Semiconductor</a:t>
              </a:r>
              <a:endParaRPr/>
            </a:p>
            <a:p>
              <a:pPr indent="0" lvl="0" marL="0" marR="0" rtl="0" algn="r">
                <a:spcBef>
                  <a:spcPts val="300"/>
                </a:spcBef>
                <a:spcAft>
                  <a:spcPts val="0"/>
                </a:spcAft>
                <a:buNone/>
              </a:pPr>
              <a:r>
                <a:rPr lang="en-US" sz="1000">
                  <a:solidFill>
                    <a:schemeClr val="dk1"/>
                  </a:solidFill>
                  <a:latin typeface="Arial"/>
                  <a:ea typeface="Arial"/>
                  <a:cs typeface="Arial"/>
                  <a:sym typeface="Arial"/>
                </a:rPr>
                <a:t>Public Sector</a:t>
              </a:r>
              <a:endParaRPr/>
            </a:p>
          </p:txBody>
        </p:sp>
        <p:cxnSp>
          <p:nvCxnSpPr>
            <p:cNvPr id="100" name="Google Shape;100;p28"/>
            <p:cNvCxnSpPr/>
            <p:nvPr/>
          </p:nvCxnSpPr>
          <p:spPr>
            <a:xfrm>
              <a:off x="7900416" y="4127157"/>
              <a:ext cx="0" cy="490563"/>
            </a:xfrm>
            <a:prstGeom prst="straightConnector1">
              <a:avLst/>
            </a:prstGeom>
            <a:noFill/>
            <a:ln cap="flat" cmpd="sng" w="12700">
              <a:solidFill>
                <a:srgbClr val="231F20"/>
              </a:solidFill>
              <a:prstDash val="solid"/>
              <a:round/>
              <a:headEnd len="sm" w="sm" type="none"/>
              <a:tailEnd len="sm" w="sm" type="none"/>
            </a:ln>
          </p:spPr>
        </p:cxnSp>
        <p:sp>
          <p:nvSpPr>
            <p:cNvPr id="101" name="Google Shape;101;p28"/>
            <p:cNvSpPr txBox="1"/>
            <p:nvPr/>
          </p:nvSpPr>
          <p:spPr>
            <a:xfrm>
              <a:off x="7900417" y="4615181"/>
              <a:ext cx="3200400" cy="137413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000">
                  <a:solidFill>
                    <a:schemeClr val="dk1"/>
                  </a:solidFill>
                  <a:latin typeface="Arial"/>
                  <a:ea typeface="Arial"/>
                  <a:cs typeface="Arial"/>
                  <a:sym typeface="Arial"/>
                </a:rPr>
                <a:t>Global presence</a:t>
              </a:r>
              <a:endParaRPr/>
            </a:p>
            <a:p>
              <a:pPr indent="0" lvl="0" marL="0" marR="0" rtl="0" algn="l">
                <a:spcBef>
                  <a:spcPts val="600"/>
                </a:spcBef>
                <a:spcAft>
                  <a:spcPts val="0"/>
                </a:spcAft>
                <a:buNone/>
              </a:pPr>
              <a:r>
                <a:rPr lang="en-US" sz="1000">
                  <a:solidFill>
                    <a:schemeClr val="dk1"/>
                  </a:solidFill>
                  <a:latin typeface="Arial"/>
                  <a:ea typeface="Arial"/>
                  <a:cs typeface="Arial"/>
                  <a:sym typeface="Arial"/>
                </a:rPr>
                <a:t>30 countries</a:t>
              </a:r>
              <a:endParaRPr/>
            </a:p>
            <a:p>
              <a:pPr indent="0" lvl="0" marL="0" marR="0" rtl="0" algn="l">
                <a:spcBef>
                  <a:spcPts val="300"/>
                </a:spcBef>
                <a:spcAft>
                  <a:spcPts val="0"/>
                </a:spcAft>
                <a:buNone/>
              </a:pPr>
              <a:r>
                <a:rPr lang="en-US" sz="1000">
                  <a:solidFill>
                    <a:schemeClr val="dk1"/>
                  </a:solidFill>
                  <a:latin typeface="Arial"/>
                  <a:ea typeface="Arial"/>
                  <a:cs typeface="Arial"/>
                  <a:sym typeface="Arial"/>
                </a:rPr>
                <a:t>79 offices worldwide</a:t>
              </a:r>
              <a:endParaRPr/>
            </a:p>
            <a:p>
              <a:pPr indent="0" lvl="0" marL="0" marR="0" rtl="0" algn="l">
                <a:spcBef>
                  <a:spcPts val="300"/>
                </a:spcBef>
                <a:spcAft>
                  <a:spcPts val="0"/>
                </a:spcAft>
                <a:buNone/>
              </a:pPr>
              <a:r>
                <a:rPr lang="en-US" sz="1000">
                  <a:solidFill>
                    <a:schemeClr val="dk1"/>
                  </a:solidFill>
                  <a:latin typeface="Arial"/>
                  <a:ea typeface="Arial"/>
                  <a:cs typeface="Arial"/>
                  <a:sym typeface="Arial"/>
                </a:rPr>
                <a:t>USA, Canada, India, Malaysia, Singapore, Philippines, China, Taiwan, Australia, Israel, England, Bulgaria, France, Germany, Portugal, Poland, Spain, Mexico</a:t>
              </a:r>
              <a:endParaRPr/>
            </a:p>
          </p:txBody>
        </p:sp>
        <p:cxnSp>
          <p:nvCxnSpPr>
            <p:cNvPr id="102" name="Google Shape;102;p28"/>
            <p:cNvCxnSpPr/>
            <p:nvPr/>
          </p:nvCxnSpPr>
          <p:spPr>
            <a:xfrm>
              <a:off x="7900416" y="5989320"/>
              <a:ext cx="0" cy="868680"/>
            </a:xfrm>
            <a:prstGeom prst="straightConnector1">
              <a:avLst/>
            </a:prstGeom>
            <a:noFill/>
            <a:ln cap="flat" cmpd="sng" w="12700">
              <a:solidFill>
                <a:srgbClr val="231F20"/>
              </a:solidFill>
              <a:prstDash val="solid"/>
              <a:round/>
              <a:headEnd len="sm" w="sm" type="none"/>
              <a:tailEnd len="sm" w="sm" type="none"/>
            </a:ln>
          </p:spPr>
        </p:cxnSp>
      </p:gr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3832">
          <p15:clr>
            <a:srgbClr val="FBAE40"/>
          </p15:clr>
        </p15:guide>
        <p15:guide id="2" orient="horz" pos="4148">
          <p15:clr>
            <a:srgbClr val="FBAE40"/>
          </p15:clr>
        </p15:guide>
        <p15:guide id="3" orient="horz" pos="115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orldwide office locations">
  <p:cSld name="Worldwide office locations">
    <p:bg>
      <p:bgPr>
        <a:solidFill>
          <a:srgbClr val="231F20"/>
        </a:solidFill>
      </p:bgPr>
    </p:bg>
    <p:spTree>
      <p:nvGrpSpPr>
        <p:cNvPr id="103" name="Shape 103"/>
        <p:cNvGrpSpPr/>
        <p:nvPr/>
      </p:nvGrpSpPr>
      <p:grpSpPr>
        <a:xfrm>
          <a:off x="0" y="0"/>
          <a:ext cx="0" cy="0"/>
          <a:chOff x="0" y="0"/>
          <a:chExt cx="0" cy="0"/>
        </a:xfrm>
      </p:grpSpPr>
      <p:sp>
        <p:nvSpPr>
          <p:cNvPr id="104" name="Google Shape;104;p29"/>
          <p:cNvSpPr txBox="1"/>
          <p:nvPr/>
        </p:nvSpPr>
        <p:spPr>
          <a:xfrm>
            <a:off x="365760" y="365760"/>
            <a:ext cx="9972040" cy="9144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3200"/>
              <a:buFont typeface="Arial"/>
              <a:buNone/>
            </a:pPr>
            <a:r>
              <a:rPr b="1" lang="en-US" sz="3200">
                <a:solidFill>
                  <a:schemeClr val="lt1"/>
                </a:solidFill>
                <a:latin typeface="Arial"/>
                <a:ea typeface="Arial"/>
                <a:cs typeface="Arial"/>
                <a:sym typeface="Arial"/>
              </a:rPr>
              <a:t>Where you'll find us</a:t>
            </a:r>
            <a:endParaRPr/>
          </a:p>
        </p:txBody>
      </p:sp>
      <p:sp>
        <p:nvSpPr>
          <p:cNvPr id="105" name="Google Shape;105;p29"/>
          <p:cNvSpPr/>
          <p:nvPr/>
        </p:nvSpPr>
        <p:spPr>
          <a:xfrm>
            <a:off x="3510188" y="1253592"/>
            <a:ext cx="8202168" cy="4251960"/>
          </a:xfrm>
          <a:custGeom>
            <a:rect b="b" l="l" r="r" t="t"/>
            <a:pathLst>
              <a:path extrusionOk="0" h="4463" w="8611">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06" name="Google Shape;106;p29"/>
          <p:cNvSpPr/>
          <p:nvPr/>
        </p:nvSpPr>
        <p:spPr>
          <a:xfrm>
            <a:off x="4459229" y="2991734"/>
            <a:ext cx="177516" cy="177297"/>
          </a:xfrm>
          <a:custGeom>
            <a:rect b="b" l="l" r="r" t="t"/>
            <a:pathLst>
              <a:path extrusionOk="0" h="185" w="185">
                <a:moveTo>
                  <a:pt x="185" y="185"/>
                </a:moveTo>
                <a:lnTo>
                  <a:pt x="185" y="185"/>
                </a:lnTo>
                <a:lnTo>
                  <a:pt x="0" y="185"/>
                </a:lnTo>
                <a:lnTo>
                  <a:pt x="0" y="0"/>
                </a:lnTo>
                <a:lnTo>
                  <a:pt x="185" y="0"/>
                </a:lnTo>
                <a:lnTo>
                  <a:pt x="185" y="185"/>
                </a:lnTo>
                <a:close/>
              </a:path>
            </a:pathLst>
          </a:custGeom>
          <a:solidFill>
            <a:srgbClr val="881E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07" name="Google Shape;107;p29"/>
          <p:cNvSpPr/>
          <p:nvPr/>
        </p:nvSpPr>
        <p:spPr>
          <a:xfrm>
            <a:off x="4910701" y="3439727"/>
            <a:ext cx="115703" cy="115560"/>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08" name="Google Shape;108;p29"/>
          <p:cNvSpPr/>
          <p:nvPr/>
        </p:nvSpPr>
        <p:spPr>
          <a:xfrm>
            <a:off x="5683943" y="2581101"/>
            <a:ext cx="115703" cy="115560"/>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09" name="Google Shape;109;p29"/>
          <p:cNvSpPr/>
          <p:nvPr/>
        </p:nvSpPr>
        <p:spPr>
          <a:xfrm>
            <a:off x="7056004" y="2890532"/>
            <a:ext cx="115703" cy="115560"/>
          </a:xfrm>
          <a:custGeom>
            <a:rect b="b" l="l" r="r" t="t"/>
            <a:pathLst>
              <a:path extrusionOk="0" h="121" w="121">
                <a:moveTo>
                  <a:pt x="121" y="121"/>
                </a:moveTo>
                <a:lnTo>
                  <a:pt x="121" y="121"/>
                </a:lnTo>
                <a:lnTo>
                  <a:pt x="0" y="121"/>
                </a:lnTo>
                <a:lnTo>
                  <a:pt x="0" y="0"/>
                </a:lnTo>
                <a:lnTo>
                  <a:pt x="121" y="0"/>
                </a:lnTo>
                <a:lnTo>
                  <a:pt x="121" y="121"/>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10" name="Google Shape;110;p29"/>
          <p:cNvSpPr/>
          <p:nvPr/>
        </p:nvSpPr>
        <p:spPr>
          <a:xfrm>
            <a:off x="7564061" y="2470978"/>
            <a:ext cx="115703" cy="115560"/>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11" name="Google Shape;111;p29"/>
          <p:cNvSpPr/>
          <p:nvPr/>
        </p:nvSpPr>
        <p:spPr>
          <a:xfrm>
            <a:off x="9988821" y="3242671"/>
            <a:ext cx="115703" cy="115560"/>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12" name="Google Shape;112;p29"/>
          <p:cNvSpPr txBox="1"/>
          <p:nvPr/>
        </p:nvSpPr>
        <p:spPr>
          <a:xfrm>
            <a:off x="2466926" y="3285572"/>
            <a:ext cx="2216761" cy="129266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1200">
                <a:solidFill>
                  <a:schemeClr val="lt1"/>
                </a:solidFill>
                <a:latin typeface="Arial"/>
                <a:ea typeface="Arial"/>
                <a:cs typeface="Arial"/>
                <a:sym typeface="Arial"/>
              </a:rPr>
              <a:t>AMERICAS</a:t>
            </a:r>
            <a:endParaRPr/>
          </a:p>
          <a:p>
            <a:pPr indent="0" lvl="0" marL="0" marR="0" rtl="0" algn="l">
              <a:lnSpc>
                <a:spcPct val="100000"/>
              </a:lnSpc>
              <a:spcBef>
                <a:spcPts val="0"/>
              </a:spcBef>
              <a:spcAft>
                <a:spcPts val="0"/>
              </a:spcAft>
              <a:buNone/>
            </a:pPr>
            <a:r>
              <a:rPr lang="en-US" sz="1200">
                <a:solidFill>
                  <a:schemeClr val="lt1"/>
                </a:solidFill>
                <a:latin typeface="Arial"/>
                <a:ea typeface="Arial"/>
                <a:cs typeface="Arial"/>
                <a:sym typeface="Arial"/>
              </a:rPr>
              <a:t>Global HQ – Orange County, CA</a:t>
            </a:r>
            <a:endParaRPr/>
          </a:p>
          <a:p>
            <a:pPr indent="0" lvl="0" marL="0" marR="0" rtl="0" algn="l">
              <a:spcBef>
                <a:spcPts val="0"/>
              </a:spcBef>
              <a:spcAft>
                <a:spcPts val="0"/>
              </a:spcAft>
              <a:buNone/>
            </a:pPr>
            <a:r>
              <a:rPr lang="en-US" sz="1200">
                <a:solidFill>
                  <a:schemeClr val="lt1"/>
                </a:solidFill>
                <a:latin typeface="Arial"/>
                <a:ea typeface="Arial"/>
                <a:cs typeface="Arial"/>
                <a:sym typeface="Arial"/>
              </a:rPr>
              <a:t>Bentonville, AR</a:t>
            </a:r>
            <a:endParaRPr/>
          </a:p>
          <a:p>
            <a:pPr indent="0" lvl="0" marL="0" marR="0" rtl="0" algn="l">
              <a:lnSpc>
                <a:spcPct val="100000"/>
              </a:lnSpc>
              <a:spcBef>
                <a:spcPts val="0"/>
              </a:spcBef>
              <a:spcAft>
                <a:spcPts val="0"/>
              </a:spcAft>
              <a:buNone/>
            </a:pPr>
            <a:r>
              <a:rPr lang="en-US" sz="1200">
                <a:solidFill>
                  <a:schemeClr val="lt1"/>
                </a:solidFill>
                <a:latin typeface="Arial"/>
                <a:ea typeface="Arial"/>
                <a:cs typeface="Arial"/>
                <a:sym typeface="Arial"/>
              </a:rPr>
              <a:t>Chicago, IL</a:t>
            </a:r>
            <a:endParaRPr/>
          </a:p>
          <a:p>
            <a:pPr indent="0" lvl="0" marL="0" marR="0" rtl="0" algn="l">
              <a:lnSpc>
                <a:spcPct val="100000"/>
              </a:lnSpc>
              <a:spcBef>
                <a:spcPts val="0"/>
              </a:spcBef>
              <a:spcAft>
                <a:spcPts val="0"/>
              </a:spcAft>
              <a:buNone/>
            </a:pPr>
            <a:r>
              <a:rPr lang="en-US" sz="1200">
                <a:solidFill>
                  <a:schemeClr val="lt1"/>
                </a:solidFill>
                <a:latin typeface="Arial"/>
                <a:ea typeface="Arial"/>
                <a:cs typeface="Arial"/>
                <a:sym typeface="Arial"/>
              </a:rPr>
              <a:t>Toronto</a:t>
            </a:r>
            <a:endParaRPr/>
          </a:p>
          <a:p>
            <a:pPr indent="0" lvl="0" marL="0" marR="0" rtl="0" algn="l">
              <a:spcBef>
                <a:spcPts val="0"/>
              </a:spcBef>
              <a:spcAft>
                <a:spcPts val="0"/>
              </a:spcAft>
              <a:buNone/>
            </a:pPr>
            <a:r>
              <a:rPr lang="en-US" sz="1200">
                <a:solidFill>
                  <a:schemeClr val="lt1"/>
                </a:solidFill>
                <a:latin typeface="Arial"/>
                <a:ea typeface="Arial"/>
                <a:cs typeface="Arial"/>
                <a:sym typeface="Arial"/>
              </a:rPr>
              <a:t>Guadalajara</a:t>
            </a:r>
            <a:endParaRPr/>
          </a:p>
          <a:p>
            <a:pPr indent="0" lvl="0" marL="0" marR="0" rtl="0" algn="l">
              <a:spcBef>
                <a:spcPts val="0"/>
              </a:spcBef>
              <a:spcAft>
                <a:spcPts val="0"/>
              </a:spcAft>
              <a:buNone/>
            </a:pPr>
            <a:r>
              <a:rPr lang="en-US" sz="1200">
                <a:solidFill>
                  <a:schemeClr val="lt1"/>
                </a:solidFill>
                <a:latin typeface="Arial"/>
                <a:ea typeface="Arial"/>
                <a:cs typeface="Arial"/>
                <a:sym typeface="Arial"/>
              </a:rPr>
              <a:t>Leon</a:t>
            </a:r>
            <a:endParaRPr/>
          </a:p>
        </p:txBody>
      </p:sp>
      <p:sp>
        <p:nvSpPr>
          <p:cNvPr id="113" name="Google Shape;113;p29"/>
          <p:cNvSpPr txBox="1"/>
          <p:nvPr/>
        </p:nvSpPr>
        <p:spPr>
          <a:xfrm>
            <a:off x="8756199" y="4062645"/>
            <a:ext cx="1014581" cy="11079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chemeClr val="lt1"/>
                </a:solidFill>
                <a:latin typeface="Arial"/>
                <a:ea typeface="Arial"/>
                <a:cs typeface="Arial"/>
                <a:sym typeface="Arial"/>
              </a:rPr>
              <a:t>INDIA</a:t>
            </a:r>
            <a:endParaRPr/>
          </a:p>
          <a:p>
            <a:pPr indent="0" lvl="0" marL="0" marR="0" rtl="0" algn="l">
              <a:spcBef>
                <a:spcPts val="0"/>
              </a:spcBef>
              <a:spcAft>
                <a:spcPts val="0"/>
              </a:spcAft>
              <a:buNone/>
            </a:pPr>
            <a:r>
              <a:rPr lang="en-US" sz="1200">
                <a:solidFill>
                  <a:schemeClr val="lt1"/>
                </a:solidFill>
                <a:latin typeface="Arial"/>
                <a:ea typeface="Arial"/>
                <a:cs typeface="Arial"/>
                <a:sym typeface="Arial"/>
              </a:rPr>
              <a:t>Trivandrum</a:t>
            </a:r>
            <a:endParaRPr/>
          </a:p>
          <a:p>
            <a:pPr indent="0" lvl="0" marL="0" marR="0" rtl="0" algn="l">
              <a:spcBef>
                <a:spcPts val="0"/>
              </a:spcBef>
              <a:spcAft>
                <a:spcPts val="0"/>
              </a:spcAft>
              <a:buNone/>
            </a:pPr>
            <a:r>
              <a:rPr lang="en-US" sz="1200">
                <a:solidFill>
                  <a:schemeClr val="lt1"/>
                </a:solidFill>
                <a:latin typeface="Arial"/>
                <a:ea typeface="Arial"/>
                <a:cs typeface="Arial"/>
                <a:sym typeface="Arial"/>
              </a:rPr>
              <a:t>Bangalore</a:t>
            </a:r>
            <a:endParaRPr/>
          </a:p>
          <a:p>
            <a:pPr indent="0" lvl="0" marL="0" marR="0" rtl="0" algn="l">
              <a:spcBef>
                <a:spcPts val="0"/>
              </a:spcBef>
              <a:spcAft>
                <a:spcPts val="0"/>
              </a:spcAft>
              <a:buNone/>
            </a:pPr>
            <a:r>
              <a:rPr lang="en-US" sz="1200">
                <a:solidFill>
                  <a:schemeClr val="lt1"/>
                </a:solidFill>
                <a:latin typeface="Arial"/>
                <a:ea typeface="Arial"/>
                <a:cs typeface="Arial"/>
                <a:sym typeface="Arial"/>
              </a:rPr>
              <a:t>Chennai</a:t>
            </a:r>
            <a:endParaRPr/>
          </a:p>
          <a:p>
            <a:pPr indent="0" lvl="0" marL="0" marR="0" rtl="0" algn="l">
              <a:spcBef>
                <a:spcPts val="0"/>
              </a:spcBef>
              <a:spcAft>
                <a:spcPts val="0"/>
              </a:spcAft>
              <a:buNone/>
            </a:pPr>
            <a:r>
              <a:rPr lang="en-US" sz="1200">
                <a:solidFill>
                  <a:schemeClr val="lt1"/>
                </a:solidFill>
                <a:latin typeface="Arial"/>
                <a:ea typeface="Arial"/>
                <a:cs typeface="Arial"/>
                <a:sym typeface="Arial"/>
              </a:rPr>
              <a:t>Hyderabad</a:t>
            </a:r>
            <a:endParaRPr/>
          </a:p>
          <a:p>
            <a:pPr indent="0" lvl="0" marL="0" marR="0" rtl="0" algn="l">
              <a:spcBef>
                <a:spcPts val="0"/>
              </a:spcBef>
              <a:spcAft>
                <a:spcPts val="0"/>
              </a:spcAft>
              <a:buNone/>
            </a:pPr>
            <a:r>
              <a:rPr lang="en-US" sz="1200">
                <a:solidFill>
                  <a:schemeClr val="lt1"/>
                </a:solidFill>
                <a:latin typeface="Arial"/>
                <a:ea typeface="Arial"/>
                <a:cs typeface="Arial"/>
                <a:sym typeface="Arial"/>
              </a:rPr>
              <a:t>Kochi</a:t>
            </a:r>
            <a:endParaRPr/>
          </a:p>
        </p:txBody>
      </p:sp>
      <p:sp>
        <p:nvSpPr>
          <p:cNvPr id="114" name="Google Shape;114;p29"/>
          <p:cNvSpPr txBox="1"/>
          <p:nvPr/>
        </p:nvSpPr>
        <p:spPr>
          <a:xfrm>
            <a:off x="10846833" y="2793396"/>
            <a:ext cx="697307" cy="129266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1200">
                <a:solidFill>
                  <a:schemeClr val="lt1"/>
                </a:solidFill>
                <a:latin typeface="Arial"/>
                <a:ea typeface="Arial"/>
                <a:cs typeface="Arial"/>
                <a:sym typeface="Arial"/>
              </a:rPr>
              <a:t>APAC</a:t>
            </a:r>
            <a:endParaRPr/>
          </a:p>
          <a:p>
            <a:pPr indent="0" lvl="0" marL="0" marR="0" rtl="0" algn="l">
              <a:spcBef>
                <a:spcPts val="0"/>
              </a:spcBef>
              <a:spcAft>
                <a:spcPts val="0"/>
              </a:spcAft>
              <a:buNone/>
            </a:pPr>
            <a:r>
              <a:rPr lang="en-US" sz="1200">
                <a:solidFill>
                  <a:schemeClr val="lt1"/>
                </a:solidFill>
                <a:latin typeface="Arial"/>
                <a:ea typeface="Arial"/>
                <a:cs typeface="Arial"/>
                <a:sym typeface="Arial"/>
              </a:rPr>
              <a:t>Singapore</a:t>
            </a:r>
            <a:endParaRPr/>
          </a:p>
          <a:p>
            <a:pPr indent="0" lvl="0" marL="0" marR="0" rtl="0" algn="l">
              <a:spcBef>
                <a:spcPts val="0"/>
              </a:spcBef>
              <a:spcAft>
                <a:spcPts val="0"/>
              </a:spcAft>
              <a:buNone/>
            </a:pPr>
            <a:r>
              <a:rPr lang="en-US" sz="1200">
                <a:solidFill>
                  <a:schemeClr val="lt1"/>
                </a:solidFill>
                <a:latin typeface="Arial"/>
                <a:ea typeface="Arial"/>
                <a:cs typeface="Arial"/>
                <a:sym typeface="Arial"/>
              </a:rPr>
              <a:t>Manila </a:t>
            </a:r>
            <a:endParaRPr/>
          </a:p>
          <a:p>
            <a:pPr indent="0" lvl="0" marL="0" marR="0" rtl="0" algn="l">
              <a:spcBef>
                <a:spcPts val="0"/>
              </a:spcBef>
              <a:spcAft>
                <a:spcPts val="0"/>
              </a:spcAft>
              <a:buNone/>
            </a:pPr>
            <a:r>
              <a:rPr lang="en-US" sz="1200">
                <a:solidFill>
                  <a:schemeClr val="lt1"/>
                </a:solidFill>
                <a:latin typeface="Arial"/>
                <a:ea typeface="Arial"/>
                <a:cs typeface="Arial"/>
                <a:sym typeface="Arial"/>
              </a:rPr>
              <a:t>Penang</a:t>
            </a:r>
            <a:endParaRPr/>
          </a:p>
          <a:p>
            <a:pPr indent="0" lvl="0" marL="0" marR="0" rtl="0" algn="l">
              <a:spcBef>
                <a:spcPts val="0"/>
              </a:spcBef>
              <a:spcAft>
                <a:spcPts val="0"/>
              </a:spcAft>
              <a:buNone/>
            </a:pPr>
            <a:r>
              <a:rPr lang="en-US" sz="1200">
                <a:solidFill>
                  <a:schemeClr val="lt1"/>
                </a:solidFill>
                <a:latin typeface="Arial"/>
                <a:ea typeface="Arial"/>
                <a:cs typeface="Arial"/>
                <a:sym typeface="Arial"/>
              </a:rPr>
              <a:t>Shanghai</a:t>
            </a:r>
            <a:endParaRPr/>
          </a:p>
          <a:p>
            <a:pPr indent="0" lvl="0" marL="0" marR="0" rtl="0" algn="l">
              <a:spcBef>
                <a:spcPts val="0"/>
              </a:spcBef>
              <a:spcAft>
                <a:spcPts val="0"/>
              </a:spcAft>
              <a:buNone/>
            </a:pPr>
            <a:r>
              <a:rPr lang="en-US" sz="1200">
                <a:solidFill>
                  <a:schemeClr val="lt1"/>
                </a:solidFill>
                <a:latin typeface="Arial"/>
                <a:ea typeface="Arial"/>
                <a:cs typeface="Arial"/>
                <a:sym typeface="Arial"/>
              </a:rPr>
              <a:t>Taiwan</a:t>
            </a:r>
            <a:endParaRPr b="1" sz="1200">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rPr lang="en-US" sz="1200">
                <a:solidFill>
                  <a:schemeClr val="lt1"/>
                </a:solidFill>
                <a:latin typeface="Arial"/>
                <a:ea typeface="Arial"/>
                <a:cs typeface="Arial"/>
                <a:sym typeface="Arial"/>
              </a:rPr>
              <a:t>Sydney</a:t>
            </a:r>
            <a:endParaRPr/>
          </a:p>
        </p:txBody>
      </p:sp>
      <p:sp>
        <p:nvSpPr>
          <p:cNvPr id="115" name="Google Shape;115;p29"/>
          <p:cNvSpPr/>
          <p:nvPr/>
        </p:nvSpPr>
        <p:spPr>
          <a:xfrm>
            <a:off x="7173834" y="2428338"/>
            <a:ext cx="177516" cy="177297"/>
          </a:xfrm>
          <a:custGeom>
            <a:rect b="b" l="l" r="r" t="t"/>
            <a:pathLst>
              <a:path extrusionOk="0" h="185" w="185">
                <a:moveTo>
                  <a:pt x="185" y="185"/>
                </a:moveTo>
                <a:lnTo>
                  <a:pt x="185" y="185"/>
                </a:lnTo>
                <a:lnTo>
                  <a:pt x="0" y="185"/>
                </a:lnTo>
                <a:lnTo>
                  <a:pt x="0" y="0"/>
                </a:lnTo>
                <a:lnTo>
                  <a:pt x="185" y="0"/>
                </a:lnTo>
                <a:lnTo>
                  <a:pt x="185" y="185"/>
                </a:lnTo>
                <a:close/>
              </a:path>
            </a:pathLst>
          </a:custGeom>
          <a:solidFill>
            <a:srgbClr val="881E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16" name="Google Shape;116;p29"/>
          <p:cNvSpPr/>
          <p:nvPr/>
        </p:nvSpPr>
        <p:spPr>
          <a:xfrm>
            <a:off x="5474349" y="2411011"/>
            <a:ext cx="115703" cy="115560"/>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17" name="Google Shape;117;p29"/>
          <p:cNvSpPr/>
          <p:nvPr/>
        </p:nvSpPr>
        <p:spPr>
          <a:xfrm>
            <a:off x="5328530" y="2592353"/>
            <a:ext cx="177516" cy="177297"/>
          </a:xfrm>
          <a:custGeom>
            <a:rect b="b" l="l" r="r" t="t"/>
            <a:pathLst>
              <a:path extrusionOk="0" h="185" w="185">
                <a:moveTo>
                  <a:pt x="185" y="185"/>
                </a:moveTo>
                <a:lnTo>
                  <a:pt x="185" y="185"/>
                </a:lnTo>
                <a:lnTo>
                  <a:pt x="0" y="185"/>
                </a:lnTo>
                <a:lnTo>
                  <a:pt x="0" y="0"/>
                </a:lnTo>
                <a:lnTo>
                  <a:pt x="185" y="0"/>
                </a:lnTo>
                <a:lnTo>
                  <a:pt x="185" y="185"/>
                </a:lnTo>
                <a:close/>
              </a:path>
            </a:pathLst>
          </a:custGeom>
          <a:solidFill>
            <a:srgbClr val="881E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18" name="Google Shape;118;p29"/>
          <p:cNvSpPr/>
          <p:nvPr/>
        </p:nvSpPr>
        <p:spPr>
          <a:xfrm>
            <a:off x="5056661" y="3385866"/>
            <a:ext cx="115703" cy="115560"/>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19" name="Google Shape;119;p29"/>
          <p:cNvSpPr/>
          <p:nvPr/>
        </p:nvSpPr>
        <p:spPr>
          <a:xfrm>
            <a:off x="8972526" y="3652651"/>
            <a:ext cx="177516" cy="177297"/>
          </a:xfrm>
          <a:custGeom>
            <a:rect b="b" l="l" r="r" t="t"/>
            <a:pathLst>
              <a:path extrusionOk="0" h="185" w="185">
                <a:moveTo>
                  <a:pt x="185" y="185"/>
                </a:moveTo>
                <a:lnTo>
                  <a:pt x="185" y="185"/>
                </a:lnTo>
                <a:lnTo>
                  <a:pt x="0" y="185"/>
                </a:lnTo>
                <a:lnTo>
                  <a:pt x="0" y="0"/>
                </a:lnTo>
                <a:lnTo>
                  <a:pt x="185" y="0"/>
                </a:lnTo>
                <a:lnTo>
                  <a:pt x="185" y="185"/>
                </a:lnTo>
                <a:close/>
              </a:path>
            </a:pathLst>
          </a:custGeom>
          <a:solidFill>
            <a:srgbClr val="881E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20" name="Google Shape;120;p29"/>
          <p:cNvSpPr/>
          <p:nvPr/>
        </p:nvSpPr>
        <p:spPr>
          <a:xfrm>
            <a:off x="10109817" y="3593620"/>
            <a:ext cx="115703" cy="115560"/>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grpSp>
        <p:nvGrpSpPr>
          <p:cNvPr id="121" name="Google Shape;121;p29"/>
          <p:cNvGrpSpPr/>
          <p:nvPr/>
        </p:nvGrpSpPr>
        <p:grpSpPr>
          <a:xfrm>
            <a:off x="505022" y="1248216"/>
            <a:ext cx="2393683" cy="493424"/>
            <a:chOff x="505022" y="1102421"/>
            <a:chExt cx="2393683" cy="493424"/>
          </a:xfrm>
        </p:grpSpPr>
        <p:sp>
          <p:nvSpPr>
            <p:cNvPr id="122" name="Google Shape;122;p29"/>
            <p:cNvSpPr txBox="1"/>
            <p:nvPr/>
          </p:nvSpPr>
          <p:spPr>
            <a:xfrm>
              <a:off x="775880" y="1411179"/>
              <a:ext cx="1253548" cy="18466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1200">
                  <a:solidFill>
                    <a:schemeClr val="lt1"/>
                  </a:solidFill>
                  <a:latin typeface="Arial"/>
                  <a:ea typeface="Arial"/>
                  <a:cs typeface="Arial"/>
                  <a:sym typeface="Arial"/>
                </a:rPr>
                <a:t>Operation Centers</a:t>
              </a:r>
              <a:endParaRPr/>
            </a:p>
          </p:txBody>
        </p:sp>
        <p:sp>
          <p:nvSpPr>
            <p:cNvPr id="123" name="Google Shape;123;p29"/>
            <p:cNvSpPr/>
            <p:nvPr/>
          </p:nvSpPr>
          <p:spPr>
            <a:xfrm>
              <a:off x="505022" y="1130730"/>
              <a:ext cx="131596" cy="131432"/>
            </a:xfrm>
            <a:custGeom>
              <a:rect b="b" l="l" r="r" t="t"/>
              <a:pathLst>
                <a:path extrusionOk="0" h="185" w="185">
                  <a:moveTo>
                    <a:pt x="185" y="185"/>
                  </a:moveTo>
                  <a:lnTo>
                    <a:pt x="185" y="185"/>
                  </a:lnTo>
                  <a:lnTo>
                    <a:pt x="0" y="185"/>
                  </a:lnTo>
                  <a:lnTo>
                    <a:pt x="0" y="0"/>
                  </a:lnTo>
                  <a:lnTo>
                    <a:pt x="185" y="0"/>
                  </a:lnTo>
                  <a:lnTo>
                    <a:pt x="185" y="185"/>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24" name="Google Shape;124;p29"/>
            <p:cNvSpPr/>
            <p:nvPr/>
          </p:nvSpPr>
          <p:spPr>
            <a:xfrm>
              <a:off x="505022" y="1464413"/>
              <a:ext cx="131596" cy="131432"/>
            </a:xfrm>
            <a:custGeom>
              <a:rect b="b" l="l" r="r" t="t"/>
              <a:pathLst>
                <a:path extrusionOk="0" h="185" w="185">
                  <a:moveTo>
                    <a:pt x="185" y="185"/>
                  </a:moveTo>
                  <a:lnTo>
                    <a:pt x="185" y="185"/>
                  </a:lnTo>
                  <a:lnTo>
                    <a:pt x="0" y="185"/>
                  </a:lnTo>
                  <a:lnTo>
                    <a:pt x="0" y="0"/>
                  </a:lnTo>
                  <a:lnTo>
                    <a:pt x="185" y="0"/>
                  </a:lnTo>
                  <a:lnTo>
                    <a:pt x="185" y="185"/>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25" name="Google Shape;125;p29"/>
            <p:cNvSpPr txBox="1"/>
            <p:nvPr/>
          </p:nvSpPr>
          <p:spPr>
            <a:xfrm>
              <a:off x="775880" y="1102421"/>
              <a:ext cx="2122825" cy="18466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1200">
                  <a:solidFill>
                    <a:schemeClr val="lt1"/>
                  </a:solidFill>
                  <a:latin typeface="Arial"/>
                  <a:ea typeface="Arial"/>
                  <a:cs typeface="Arial"/>
                  <a:sym typeface="Arial"/>
                </a:rPr>
                <a:t>Main Offices &amp; Innovation Labs</a:t>
              </a:r>
              <a:endParaRPr/>
            </a:p>
          </p:txBody>
        </p:sp>
      </p:grpSp>
      <p:sp>
        <p:nvSpPr>
          <p:cNvPr id="126" name="Google Shape;126;p29"/>
          <p:cNvSpPr txBox="1"/>
          <p:nvPr/>
        </p:nvSpPr>
        <p:spPr>
          <a:xfrm>
            <a:off x="6814623" y="4126499"/>
            <a:ext cx="561629" cy="14773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1200">
                <a:solidFill>
                  <a:schemeClr val="lt1"/>
                </a:solidFill>
                <a:latin typeface="Arial"/>
                <a:ea typeface="Arial"/>
                <a:cs typeface="Arial"/>
                <a:sym typeface="Arial"/>
              </a:rPr>
              <a:t>EMEA</a:t>
            </a:r>
            <a:endParaRPr/>
          </a:p>
          <a:p>
            <a:pPr indent="0" lvl="0" marL="0" marR="0" rtl="0" algn="l">
              <a:spcBef>
                <a:spcPts val="0"/>
              </a:spcBef>
              <a:spcAft>
                <a:spcPts val="0"/>
              </a:spcAft>
              <a:buNone/>
            </a:pPr>
            <a:r>
              <a:rPr lang="en-US" sz="1200">
                <a:solidFill>
                  <a:schemeClr val="lt1"/>
                </a:solidFill>
                <a:latin typeface="Arial"/>
                <a:ea typeface="Arial"/>
                <a:cs typeface="Arial"/>
                <a:sym typeface="Arial"/>
              </a:rPr>
              <a:t>London</a:t>
            </a:r>
            <a:endParaRPr/>
          </a:p>
          <a:p>
            <a:pPr indent="0" lvl="0" marL="0" marR="0" rtl="0" algn="l">
              <a:spcBef>
                <a:spcPts val="0"/>
              </a:spcBef>
              <a:spcAft>
                <a:spcPts val="0"/>
              </a:spcAft>
              <a:buNone/>
            </a:pPr>
            <a:r>
              <a:rPr lang="en-US" sz="1200">
                <a:solidFill>
                  <a:schemeClr val="lt1"/>
                </a:solidFill>
                <a:latin typeface="Arial"/>
                <a:ea typeface="Arial"/>
                <a:cs typeface="Arial"/>
                <a:sym typeface="Arial"/>
              </a:rPr>
              <a:t>Madrid</a:t>
            </a:r>
            <a:endParaRPr/>
          </a:p>
          <a:p>
            <a:pPr indent="0" lvl="0" marL="0" marR="0" rtl="0" algn="l">
              <a:spcBef>
                <a:spcPts val="0"/>
              </a:spcBef>
              <a:spcAft>
                <a:spcPts val="0"/>
              </a:spcAft>
              <a:buNone/>
            </a:pPr>
            <a:r>
              <a:rPr lang="en-US" sz="1200">
                <a:solidFill>
                  <a:schemeClr val="lt1"/>
                </a:solidFill>
                <a:latin typeface="Arial"/>
                <a:ea typeface="Arial"/>
                <a:cs typeface="Arial"/>
                <a:sym typeface="Arial"/>
              </a:rPr>
              <a:t>Tel Aviv </a:t>
            </a:r>
            <a:endParaRPr/>
          </a:p>
          <a:p>
            <a:pPr indent="0" lvl="0" marL="0" marR="0" rtl="0" algn="l">
              <a:spcBef>
                <a:spcPts val="0"/>
              </a:spcBef>
              <a:spcAft>
                <a:spcPts val="0"/>
              </a:spcAft>
              <a:buNone/>
            </a:pPr>
            <a:r>
              <a:rPr lang="en-US" sz="1200">
                <a:solidFill>
                  <a:schemeClr val="lt1"/>
                </a:solidFill>
                <a:latin typeface="Arial"/>
                <a:ea typeface="Arial"/>
                <a:cs typeface="Arial"/>
                <a:sym typeface="Arial"/>
              </a:rPr>
              <a:t>Berlin</a:t>
            </a:r>
            <a:endParaRPr/>
          </a:p>
          <a:p>
            <a:pPr indent="0" lvl="0" marL="0" marR="0" rtl="0" algn="l">
              <a:spcBef>
                <a:spcPts val="0"/>
              </a:spcBef>
              <a:spcAft>
                <a:spcPts val="0"/>
              </a:spcAft>
              <a:buNone/>
            </a:pPr>
            <a:r>
              <a:rPr lang="en-US" sz="1200">
                <a:solidFill>
                  <a:schemeClr val="lt1"/>
                </a:solidFill>
                <a:latin typeface="Arial"/>
                <a:ea typeface="Arial"/>
                <a:cs typeface="Arial"/>
                <a:sym typeface="Arial"/>
              </a:rPr>
              <a:t>Lisbon</a:t>
            </a:r>
            <a:endParaRPr/>
          </a:p>
          <a:p>
            <a:pPr indent="0" lvl="0" marL="0" marR="0" rtl="0" algn="l">
              <a:spcBef>
                <a:spcPts val="0"/>
              </a:spcBef>
              <a:spcAft>
                <a:spcPts val="0"/>
              </a:spcAft>
              <a:buNone/>
            </a:pPr>
            <a:r>
              <a:rPr lang="en-US" sz="1200">
                <a:solidFill>
                  <a:schemeClr val="lt1"/>
                </a:solidFill>
                <a:latin typeface="Arial"/>
                <a:ea typeface="Arial"/>
                <a:cs typeface="Arial"/>
                <a:sym typeface="Arial"/>
              </a:rPr>
              <a:t>Paris</a:t>
            </a:r>
            <a:endParaRPr/>
          </a:p>
          <a:p>
            <a:pPr indent="0" lvl="0" marL="0" marR="0" rtl="0" algn="l">
              <a:lnSpc>
                <a:spcPct val="100000"/>
              </a:lnSpc>
              <a:spcBef>
                <a:spcPts val="0"/>
              </a:spcBef>
              <a:spcAft>
                <a:spcPts val="0"/>
              </a:spcAft>
              <a:buNone/>
            </a:pPr>
            <a:r>
              <a:t/>
            </a:r>
            <a:endParaRPr sz="1200">
              <a:solidFill>
                <a:schemeClr val="lt1"/>
              </a:solidFill>
              <a:latin typeface="Arial"/>
              <a:ea typeface="Arial"/>
              <a:cs typeface="Arial"/>
              <a:sym typeface="Arial"/>
            </a:endParaRPr>
          </a:p>
        </p:txBody>
      </p:sp>
      <p:sp>
        <p:nvSpPr>
          <p:cNvPr id="127" name="Google Shape;127;p29"/>
          <p:cNvSpPr txBox="1"/>
          <p:nvPr/>
        </p:nvSpPr>
        <p:spPr>
          <a:xfrm>
            <a:off x="7785463" y="2046514"/>
            <a:ext cx="0" cy="0"/>
          </a:xfrm>
          <a:prstGeom prst="rect">
            <a:avLst/>
          </a:prstGeom>
          <a:noFill/>
          <a:ln>
            <a:noFill/>
          </a:ln>
        </p:spPr>
        <p:txBody>
          <a:bodyPr anchorCtr="0" anchor="t" bIns="0" lIns="0" spcFirstLastPara="1" rIns="0" wrap="square" tIns="0">
            <a:noAutofit/>
          </a:bodyPr>
          <a:lstStyle/>
          <a:p>
            <a:pPr indent="-68579" lvl="0" marL="182880" marR="0" rtl="0" algn="l">
              <a:lnSpc>
                <a:spcPct val="100000"/>
              </a:lnSpc>
              <a:spcBef>
                <a:spcPts val="0"/>
              </a:spcBef>
              <a:spcAft>
                <a:spcPts val="0"/>
              </a:spcAft>
              <a:buClr>
                <a:schemeClr val="lt1"/>
              </a:buClr>
              <a:buSzPts val="1800"/>
              <a:buFont typeface="Arial"/>
              <a:buNone/>
            </a:pPr>
            <a:r>
              <a:t/>
            </a:r>
            <a:endParaRPr sz="1800">
              <a:solidFill>
                <a:schemeClr val="lt1"/>
              </a:solidFill>
              <a:latin typeface="Arial"/>
              <a:ea typeface="Arial"/>
              <a:cs typeface="Arial"/>
              <a:sym typeface="Arial"/>
            </a:endParaRPr>
          </a:p>
        </p:txBody>
      </p:sp>
      <p:sp>
        <p:nvSpPr>
          <p:cNvPr id="128" name="Google Shape;128;p29">
            <a:hlinkClick r:id="rId2"/>
          </p:cNvPr>
          <p:cNvSpPr txBox="1"/>
          <p:nvPr/>
        </p:nvSpPr>
        <p:spPr>
          <a:xfrm>
            <a:off x="509427" y="1967202"/>
            <a:ext cx="2479130" cy="3321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i="0" lang="en-US" sz="1050">
                <a:solidFill>
                  <a:schemeClr val="lt1"/>
                </a:solidFill>
                <a:latin typeface="Arial"/>
                <a:ea typeface="Arial"/>
                <a:cs typeface="Arial"/>
                <a:sym typeface="Arial"/>
              </a:rPr>
              <a:t>*To see a list of all offices, visit </a:t>
            </a:r>
            <a:r>
              <a:rPr b="1" i="0" lang="en-US" sz="1050" u="sng">
                <a:solidFill>
                  <a:schemeClr val="lt1"/>
                </a:solidFill>
                <a:latin typeface="Arial"/>
                <a:ea typeface="Arial"/>
                <a:cs typeface="Arial"/>
                <a:sym typeface="Arial"/>
              </a:rPr>
              <a:t>ust.com</a:t>
            </a:r>
            <a:endParaRPr/>
          </a:p>
        </p:txBody>
      </p:sp>
      <p:sp>
        <p:nvSpPr>
          <p:cNvPr id="129" name="Google Shape;129;p29"/>
          <p:cNvSpPr/>
          <p:nvPr/>
        </p:nvSpPr>
        <p:spPr>
          <a:xfrm>
            <a:off x="7324387" y="2629500"/>
            <a:ext cx="114117" cy="113977"/>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30" name="Google Shape;130;p29"/>
          <p:cNvSpPr/>
          <p:nvPr/>
        </p:nvSpPr>
        <p:spPr>
          <a:xfrm>
            <a:off x="10111486" y="3365333"/>
            <a:ext cx="115703" cy="115560"/>
          </a:xfrm>
          <a:custGeom>
            <a:rect b="b" l="l" r="r" t="t"/>
            <a:pathLst>
              <a:path extrusionOk="0" h="121" w="121">
                <a:moveTo>
                  <a:pt x="121" y="121"/>
                </a:moveTo>
                <a:lnTo>
                  <a:pt x="121" y="121"/>
                </a:lnTo>
                <a:lnTo>
                  <a:pt x="0" y="121"/>
                </a:lnTo>
                <a:lnTo>
                  <a:pt x="0" y="0"/>
                </a:lnTo>
                <a:lnTo>
                  <a:pt x="121" y="0"/>
                </a:lnTo>
                <a:lnTo>
                  <a:pt x="121" y="121"/>
                </a:lnTo>
                <a:close/>
              </a:path>
            </a:pathLst>
          </a:custGeom>
          <a:solidFill>
            <a:srgbClr val="006E7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31" name="Google Shape;131;p29"/>
          <p:cNvSpPr/>
          <p:nvPr/>
        </p:nvSpPr>
        <p:spPr>
          <a:xfrm>
            <a:off x="8088234" y="3037938"/>
            <a:ext cx="177516" cy="177297"/>
          </a:xfrm>
          <a:custGeom>
            <a:rect b="b" l="l" r="r" t="t"/>
            <a:pathLst>
              <a:path extrusionOk="0" h="185" w="185">
                <a:moveTo>
                  <a:pt x="185" y="185"/>
                </a:moveTo>
                <a:lnTo>
                  <a:pt x="185" y="185"/>
                </a:lnTo>
                <a:lnTo>
                  <a:pt x="0" y="185"/>
                </a:lnTo>
                <a:lnTo>
                  <a:pt x="0" y="0"/>
                </a:lnTo>
                <a:lnTo>
                  <a:pt x="185" y="0"/>
                </a:lnTo>
                <a:lnTo>
                  <a:pt x="185" y="185"/>
                </a:lnTo>
                <a:close/>
              </a:path>
            </a:pathLst>
          </a:custGeom>
          <a:solidFill>
            <a:srgbClr val="881E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32" name="Google Shape;132;p29"/>
          <p:cNvSpPr/>
          <p:nvPr/>
        </p:nvSpPr>
        <p:spPr>
          <a:xfrm>
            <a:off x="9610701" y="3719326"/>
            <a:ext cx="177516" cy="177297"/>
          </a:xfrm>
          <a:custGeom>
            <a:rect b="b" l="l" r="r" t="t"/>
            <a:pathLst>
              <a:path extrusionOk="0" h="185" w="185">
                <a:moveTo>
                  <a:pt x="185" y="185"/>
                </a:moveTo>
                <a:lnTo>
                  <a:pt x="185" y="185"/>
                </a:lnTo>
                <a:lnTo>
                  <a:pt x="0" y="185"/>
                </a:lnTo>
                <a:lnTo>
                  <a:pt x="0" y="0"/>
                </a:lnTo>
                <a:lnTo>
                  <a:pt x="185" y="0"/>
                </a:lnTo>
                <a:lnTo>
                  <a:pt x="185" y="185"/>
                </a:lnTo>
                <a:close/>
              </a:path>
            </a:pathLst>
          </a:custGeom>
          <a:solidFill>
            <a:srgbClr val="881E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33" name="Google Shape;133;p29"/>
          <p:cNvSpPr/>
          <p:nvPr/>
        </p:nvSpPr>
        <p:spPr>
          <a:xfrm>
            <a:off x="7240509" y="2818863"/>
            <a:ext cx="177516" cy="177297"/>
          </a:xfrm>
          <a:custGeom>
            <a:rect b="b" l="l" r="r" t="t"/>
            <a:pathLst>
              <a:path extrusionOk="0" h="185" w="185">
                <a:moveTo>
                  <a:pt x="185" y="185"/>
                </a:moveTo>
                <a:lnTo>
                  <a:pt x="185" y="185"/>
                </a:lnTo>
                <a:lnTo>
                  <a:pt x="0" y="185"/>
                </a:lnTo>
                <a:lnTo>
                  <a:pt x="0" y="0"/>
                </a:lnTo>
                <a:lnTo>
                  <a:pt x="185" y="0"/>
                </a:lnTo>
                <a:lnTo>
                  <a:pt x="185" y="185"/>
                </a:lnTo>
                <a:close/>
              </a:path>
            </a:pathLst>
          </a:custGeom>
          <a:solidFill>
            <a:srgbClr val="881E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34" name="Google Shape;134;p29"/>
          <p:cNvSpPr/>
          <p:nvPr/>
        </p:nvSpPr>
        <p:spPr>
          <a:xfrm>
            <a:off x="10715759" y="4585603"/>
            <a:ext cx="177516" cy="177297"/>
          </a:xfrm>
          <a:custGeom>
            <a:rect b="b" l="l" r="r" t="t"/>
            <a:pathLst>
              <a:path extrusionOk="0" h="185" w="185">
                <a:moveTo>
                  <a:pt x="185" y="185"/>
                </a:moveTo>
                <a:lnTo>
                  <a:pt x="185" y="185"/>
                </a:lnTo>
                <a:lnTo>
                  <a:pt x="0" y="185"/>
                </a:lnTo>
                <a:lnTo>
                  <a:pt x="0" y="0"/>
                </a:lnTo>
                <a:lnTo>
                  <a:pt x="185" y="0"/>
                </a:lnTo>
                <a:lnTo>
                  <a:pt x="185" y="185"/>
                </a:lnTo>
                <a:close/>
              </a:path>
            </a:pathLst>
          </a:custGeom>
          <a:solidFill>
            <a:srgbClr val="881E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35" name="Google Shape;135;p29"/>
          <p:cNvSpPr/>
          <p:nvPr/>
        </p:nvSpPr>
        <p:spPr>
          <a:xfrm>
            <a:off x="5138030" y="2773328"/>
            <a:ext cx="177516" cy="177297"/>
          </a:xfrm>
          <a:custGeom>
            <a:rect b="b" l="l" r="r" t="t"/>
            <a:pathLst>
              <a:path extrusionOk="0" h="185" w="185">
                <a:moveTo>
                  <a:pt x="185" y="185"/>
                </a:moveTo>
                <a:lnTo>
                  <a:pt x="185" y="185"/>
                </a:lnTo>
                <a:lnTo>
                  <a:pt x="0" y="185"/>
                </a:lnTo>
                <a:lnTo>
                  <a:pt x="0" y="0"/>
                </a:lnTo>
                <a:lnTo>
                  <a:pt x="185" y="0"/>
                </a:lnTo>
                <a:lnTo>
                  <a:pt x="185" y="185"/>
                </a:lnTo>
                <a:close/>
              </a:path>
            </a:pathLst>
          </a:custGeom>
          <a:solidFill>
            <a:srgbClr val="881E8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49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36" name="Shape 136"/>
        <p:cNvGrpSpPr/>
        <p:nvPr/>
      </p:nvGrpSpPr>
      <p:grpSpPr>
        <a:xfrm>
          <a:off x="0" y="0"/>
          <a:ext cx="0" cy="0"/>
          <a:chOff x="0" y="0"/>
          <a:chExt cx="0" cy="0"/>
        </a:xfrm>
      </p:grpSpPr>
      <p:sp>
        <p:nvSpPr>
          <p:cNvPr id="137" name="Google Shape;137;p30"/>
          <p:cNvSpPr txBox="1"/>
          <p:nvPr>
            <p:ph type="title"/>
          </p:nvPr>
        </p:nvSpPr>
        <p:spPr>
          <a:xfrm>
            <a:off x="365760" y="365760"/>
            <a:ext cx="11457432"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32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p30"/>
          <p:cNvSpPr txBox="1"/>
          <p:nvPr>
            <p:ph idx="1" type="body"/>
          </p:nvPr>
        </p:nvSpPr>
        <p:spPr>
          <a:xfrm>
            <a:off x="365760" y="1828800"/>
            <a:ext cx="8503920" cy="4251960"/>
          </a:xfrm>
          <a:prstGeom prst="rect">
            <a:avLst/>
          </a:prstGeom>
          <a:noFill/>
          <a:ln>
            <a:noFill/>
          </a:ln>
        </p:spPr>
        <p:txBody>
          <a:bodyPr anchorCtr="0" anchor="t" bIns="0" lIns="0" spcFirstLastPara="1" rIns="0" wrap="square" tIns="0">
            <a:normAutofit/>
          </a:bodyPr>
          <a:lstStyle>
            <a:lvl1pPr indent="-342900" lvl="0" marL="457200" algn="l">
              <a:lnSpc>
                <a:spcPct val="100000"/>
              </a:lnSpc>
              <a:spcBef>
                <a:spcPts val="12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100000"/>
              </a:lnSpc>
              <a:spcBef>
                <a:spcPts val="300"/>
              </a:spcBef>
              <a:spcAft>
                <a:spcPts val="0"/>
              </a:spcAft>
              <a:buClr>
                <a:schemeClr val="dk1"/>
              </a:buClr>
              <a:buSzPts val="1800"/>
              <a:buChar char="–"/>
              <a:defRPr/>
            </a:lvl6pPr>
            <a:lvl7pPr indent="-342900" lvl="6" marL="3200400" algn="l">
              <a:lnSpc>
                <a:spcPct val="100000"/>
              </a:lnSpc>
              <a:spcBef>
                <a:spcPts val="300"/>
              </a:spcBef>
              <a:spcAft>
                <a:spcPts val="0"/>
              </a:spcAft>
              <a:buClr>
                <a:schemeClr val="dk1"/>
              </a:buClr>
              <a:buSzPts val="1800"/>
              <a:buChar char="–"/>
              <a:defRPr/>
            </a:lvl7pPr>
            <a:lvl8pPr indent="-342900" lvl="7" marL="3657600" algn="l">
              <a:lnSpc>
                <a:spcPct val="100000"/>
              </a:lnSpc>
              <a:spcBef>
                <a:spcPts val="300"/>
              </a:spcBef>
              <a:spcAft>
                <a:spcPts val="0"/>
              </a:spcAft>
              <a:buClr>
                <a:schemeClr val="dk1"/>
              </a:buClr>
              <a:buSzPts val="1800"/>
              <a:buChar char="–"/>
              <a:defRPr/>
            </a:lvl8pPr>
            <a:lvl9pPr indent="-342900" lvl="8" marL="4114800" algn="l">
              <a:lnSpc>
                <a:spcPct val="100000"/>
              </a:lnSpc>
              <a:spcBef>
                <a:spcPts val="3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1152">
          <p15:clr>
            <a:srgbClr val="FBAE40"/>
          </p15:clr>
        </p15:guide>
        <p15:guide id="2" orient="horz" pos="3832">
          <p15:clr>
            <a:srgbClr val="FBAE40"/>
          </p15:clr>
        </p15:guide>
        <p15:guide id="3" pos="5588">
          <p15:clr>
            <a:srgbClr val="FBAE40"/>
          </p15:clr>
        </p15:guide>
        <p15:guide id="4" orient="horz" pos="4148">
          <p15:clr>
            <a:srgbClr val="FBAE40"/>
          </p15:clr>
        </p15:guide>
        <p15:guide id="5" pos="5788">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p:cSld name="Three Content">
    <p:spTree>
      <p:nvGrpSpPr>
        <p:cNvPr id="139" name="Shape 139"/>
        <p:cNvGrpSpPr/>
        <p:nvPr/>
      </p:nvGrpSpPr>
      <p:grpSpPr>
        <a:xfrm>
          <a:off x="0" y="0"/>
          <a:ext cx="0" cy="0"/>
          <a:chOff x="0" y="0"/>
          <a:chExt cx="0" cy="0"/>
        </a:xfrm>
      </p:grpSpPr>
      <p:sp>
        <p:nvSpPr>
          <p:cNvPr id="140" name="Google Shape;140;p31"/>
          <p:cNvSpPr txBox="1"/>
          <p:nvPr>
            <p:ph type="title"/>
          </p:nvPr>
        </p:nvSpPr>
        <p:spPr>
          <a:xfrm>
            <a:off x="365760" y="365760"/>
            <a:ext cx="11457432"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1" name="Google Shape;141;p31"/>
          <p:cNvSpPr txBox="1"/>
          <p:nvPr>
            <p:ph idx="1" type="body"/>
          </p:nvPr>
        </p:nvSpPr>
        <p:spPr>
          <a:xfrm>
            <a:off x="365760" y="1828800"/>
            <a:ext cx="3611880" cy="4251960"/>
          </a:xfrm>
          <a:prstGeom prst="rect">
            <a:avLst/>
          </a:prstGeom>
          <a:noFill/>
          <a:ln>
            <a:noFill/>
          </a:ln>
        </p:spPr>
        <p:txBody>
          <a:bodyPr anchorCtr="0" anchor="t" bIns="0" lIns="0" spcFirstLastPara="1" rIns="0" wrap="square" tIns="0">
            <a:normAutofit/>
          </a:bodyPr>
          <a:lstStyle>
            <a:lvl1pPr indent="-342900" lvl="0" marL="457200" algn="l">
              <a:lnSpc>
                <a:spcPct val="100000"/>
              </a:lnSpc>
              <a:spcBef>
                <a:spcPts val="12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100000"/>
              </a:lnSpc>
              <a:spcBef>
                <a:spcPts val="300"/>
              </a:spcBef>
              <a:spcAft>
                <a:spcPts val="0"/>
              </a:spcAft>
              <a:buClr>
                <a:schemeClr val="dk1"/>
              </a:buClr>
              <a:buSzPts val="1800"/>
              <a:buChar char="–"/>
              <a:defRPr/>
            </a:lvl6pPr>
            <a:lvl7pPr indent="-342900" lvl="6" marL="3200400" algn="l">
              <a:lnSpc>
                <a:spcPct val="100000"/>
              </a:lnSpc>
              <a:spcBef>
                <a:spcPts val="300"/>
              </a:spcBef>
              <a:spcAft>
                <a:spcPts val="0"/>
              </a:spcAft>
              <a:buClr>
                <a:schemeClr val="dk1"/>
              </a:buClr>
              <a:buSzPts val="1800"/>
              <a:buChar char="–"/>
              <a:defRPr/>
            </a:lvl7pPr>
            <a:lvl8pPr indent="-342900" lvl="7" marL="3657600" algn="l">
              <a:lnSpc>
                <a:spcPct val="100000"/>
              </a:lnSpc>
              <a:spcBef>
                <a:spcPts val="300"/>
              </a:spcBef>
              <a:spcAft>
                <a:spcPts val="0"/>
              </a:spcAft>
              <a:buClr>
                <a:schemeClr val="dk1"/>
              </a:buClr>
              <a:buSzPts val="1800"/>
              <a:buChar char="–"/>
              <a:defRPr/>
            </a:lvl8pPr>
            <a:lvl9pPr indent="-342900" lvl="8" marL="4114800" algn="l">
              <a:lnSpc>
                <a:spcPct val="100000"/>
              </a:lnSpc>
              <a:spcBef>
                <a:spcPts val="300"/>
              </a:spcBef>
              <a:spcAft>
                <a:spcPts val="0"/>
              </a:spcAft>
              <a:buClr>
                <a:schemeClr val="dk1"/>
              </a:buClr>
              <a:buSzPts val="1800"/>
              <a:buChar char="–"/>
              <a:defRPr/>
            </a:lvl9pPr>
          </a:lstStyle>
          <a:p/>
        </p:txBody>
      </p:sp>
      <p:sp>
        <p:nvSpPr>
          <p:cNvPr id="142" name="Google Shape;142;p31"/>
          <p:cNvSpPr txBox="1"/>
          <p:nvPr>
            <p:ph idx="2" type="body"/>
          </p:nvPr>
        </p:nvSpPr>
        <p:spPr>
          <a:xfrm>
            <a:off x="4288536" y="1828800"/>
            <a:ext cx="3611880" cy="4251960"/>
          </a:xfrm>
          <a:prstGeom prst="rect">
            <a:avLst/>
          </a:prstGeom>
          <a:noFill/>
          <a:ln>
            <a:noFill/>
          </a:ln>
        </p:spPr>
        <p:txBody>
          <a:bodyPr anchorCtr="0" anchor="t" bIns="0" lIns="0" spcFirstLastPara="1" rIns="0" wrap="square" tIns="0">
            <a:normAutofit/>
          </a:bodyPr>
          <a:lstStyle>
            <a:lvl1pPr indent="-342900" lvl="0" marL="457200" algn="l">
              <a:lnSpc>
                <a:spcPct val="100000"/>
              </a:lnSpc>
              <a:spcBef>
                <a:spcPts val="12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100000"/>
              </a:lnSpc>
              <a:spcBef>
                <a:spcPts val="300"/>
              </a:spcBef>
              <a:spcAft>
                <a:spcPts val="0"/>
              </a:spcAft>
              <a:buClr>
                <a:schemeClr val="dk1"/>
              </a:buClr>
              <a:buSzPts val="1800"/>
              <a:buChar char="–"/>
              <a:defRPr/>
            </a:lvl6pPr>
            <a:lvl7pPr indent="-342900" lvl="6" marL="3200400" algn="l">
              <a:lnSpc>
                <a:spcPct val="100000"/>
              </a:lnSpc>
              <a:spcBef>
                <a:spcPts val="300"/>
              </a:spcBef>
              <a:spcAft>
                <a:spcPts val="0"/>
              </a:spcAft>
              <a:buClr>
                <a:schemeClr val="dk1"/>
              </a:buClr>
              <a:buSzPts val="1800"/>
              <a:buChar char="–"/>
              <a:defRPr/>
            </a:lvl7pPr>
            <a:lvl8pPr indent="-342900" lvl="7" marL="3657600" algn="l">
              <a:lnSpc>
                <a:spcPct val="100000"/>
              </a:lnSpc>
              <a:spcBef>
                <a:spcPts val="300"/>
              </a:spcBef>
              <a:spcAft>
                <a:spcPts val="0"/>
              </a:spcAft>
              <a:buClr>
                <a:schemeClr val="dk1"/>
              </a:buClr>
              <a:buSzPts val="1800"/>
              <a:buChar char="–"/>
              <a:defRPr/>
            </a:lvl8pPr>
            <a:lvl9pPr indent="-342900" lvl="8" marL="4114800" algn="l">
              <a:lnSpc>
                <a:spcPct val="100000"/>
              </a:lnSpc>
              <a:spcBef>
                <a:spcPts val="300"/>
              </a:spcBef>
              <a:spcAft>
                <a:spcPts val="0"/>
              </a:spcAft>
              <a:buClr>
                <a:schemeClr val="dk1"/>
              </a:buClr>
              <a:buSzPts val="1800"/>
              <a:buChar char="–"/>
              <a:defRPr/>
            </a:lvl9pPr>
          </a:lstStyle>
          <a:p/>
        </p:txBody>
      </p:sp>
      <p:sp>
        <p:nvSpPr>
          <p:cNvPr id="143" name="Google Shape;143;p31"/>
          <p:cNvSpPr txBox="1"/>
          <p:nvPr>
            <p:ph idx="3" type="body"/>
          </p:nvPr>
        </p:nvSpPr>
        <p:spPr>
          <a:xfrm>
            <a:off x="8211312" y="1828800"/>
            <a:ext cx="3611880" cy="4251960"/>
          </a:xfrm>
          <a:prstGeom prst="rect">
            <a:avLst/>
          </a:prstGeom>
          <a:noFill/>
          <a:ln>
            <a:noFill/>
          </a:ln>
        </p:spPr>
        <p:txBody>
          <a:bodyPr anchorCtr="0" anchor="t" bIns="0" lIns="0" spcFirstLastPara="1" rIns="0" wrap="square" tIns="0">
            <a:normAutofit/>
          </a:bodyPr>
          <a:lstStyle>
            <a:lvl1pPr indent="-342900" lvl="0" marL="457200" algn="l">
              <a:lnSpc>
                <a:spcPct val="100000"/>
              </a:lnSpc>
              <a:spcBef>
                <a:spcPts val="12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100000"/>
              </a:lnSpc>
              <a:spcBef>
                <a:spcPts val="300"/>
              </a:spcBef>
              <a:spcAft>
                <a:spcPts val="0"/>
              </a:spcAft>
              <a:buClr>
                <a:schemeClr val="dk1"/>
              </a:buClr>
              <a:buSzPts val="1800"/>
              <a:buChar char="–"/>
              <a:defRPr/>
            </a:lvl6pPr>
            <a:lvl7pPr indent="-342900" lvl="6" marL="3200400" algn="l">
              <a:lnSpc>
                <a:spcPct val="100000"/>
              </a:lnSpc>
              <a:spcBef>
                <a:spcPts val="300"/>
              </a:spcBef>
              <a:spcAft>
                <a:spcPts val="0"/>
              </a:spcAft>
              <a:buClr>
                <a:schemeClr val="dk1"/>
              </a:buClr>
              <a:buSzPts val="1800"/>
              <a:buChar char="–"/>
              <a:defRPr/>
            </a:lvl7pPr>
            <a:lvl8pPr indent="-342900" lvl="7" marL="3657600" algn="l">
              <a:lnSpc>
                <a:spcPct val="100000"/>
              </a:lnSpc>
              <a:spcBef>
                <a:spcPts val="300"/>
              </a:spcBef>
              <a:spcAft>
                <a:spcPts val="0"/>
              </a:spcAft>
              <a:buClr>
                <a:schemeClr val="dk1"/>
              </a:buClr>
              <a:buSzPts val="1800"/>
              <a:buChar char="–"/>
              <a:defRPr/>
            </a:lvl8pPr>
            <a:lvl9pPr indent="-342900" lvl="8" marL="4114800" algn="l">
              <a:lnSpc>
                <a:spcPct val="100000"/>
              </a:lnSpc>
              <a:spcBef>
                <a:spcPts val="3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debar Right">
  <p:cSld name="Sidebar Right">
    <p:spTree>
      <p:nvGrpSpPr>
        <p:cNvPr id="144" name="Shape 144"/>
        <p:cNvGrpSpPr/>
        <p:nvPr/>
      </p:nvGrpSpPr>
      <p:grpSpPr>
        <a:xfrm>
          <a:off x="0" y="0"/>
          <a:ext cx="0" cy="0"/>
          <a:chOff x="0" y="0"/>
          <a:chExt cx="0" cy="0"/>
        </a:xfrm>
      </p:grpSpPr>
      <p:sp>
        <p:nvSpPr>
          <p:cNvPr id="145" name="Google Shape;145;p32"/>
          <p:cNvSpPr txBox="1"/>
          <p:nvPr>
            <p:ph type="title"/>
          </p:nvPr>
        </p:nvSpPr>
        <p:spPr>
          <a:xfrm>
            <a:off x="365760" y="365760"/>
            <a:ext cx="11457432"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6" name="Google Shape;146;p32"/>
          <p:cNvSpPr txBox="1"/>
          <p:nvPr>
            <p:ph idx="1" type="body"/>
          </p:nvPr>
        </p:nvSpPr>
        <p:spPr>
          <a:xfrm>
            <a:off x="365760" y="1828800"/>
            <a:ext cx="7534656" cy="4251960"/>
          </a:xfrm>
          <a:prstGeom prst="rect">
            <a:avLst/>
          </a:prstGeom>
          <a:noFill/>
          <a:ln>
            <a:noFill/>
          </a:ln>
        </p:spPr>
        <p:txBody>
          <a:bodyPr anchorCtr="0" anchor="t" bIns="0" lIns="0" spcFirstLastPara="1" rIns="0" wrap="square" tIns="0">
            <a:normAutofit/>
          </a:bodyPr>
          <a:lstStyle>
            <a:lvl1pPr indent="-342900" lvl="0" marL="457200" algn="l">
              <a:lnSpc>
                <a:spcPct val="100000"/>
              </a:lnSpc>
              <a:spcBef>
                <a:spcPts val="12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100000"/>
              </a:lnSpc>
              <a:spcBef>
                <a:spcPts val="300"/>
              </a:spcBef>
              <a:spcAft>
                <a:spcPts val="0"/>
              </a:spcAft>
              <a:buClr>
                <a:schemeClr val="dk1"/>
              </a:buClr>
              <a:buSzPts val="1800"/>
              <a:buChar char="–"/>
              <a:defRPr/>
            </a:lvl6pPr>
            <a:lvl7pPr indent="-342900" lvl="6" marL="3200400" algn="l">
              <a:lnSpc>
                <a:spcPct val="100000"/>
              </a:lnSpc>
              <a:spcBef>
                <a:spcPts val="300"/>
              </a:spcBef>
              <a:spcAft>
                <a:spcPts val="0"/>
              </a:spcAft>
              <a:buClr>
                <a:schemeClr val="dk1"/>
              </a:buClr>
              <a:buSzPts val="1800"/>
              <a:buChar char="–"/>
              <a:defRPr/>
            </a:lvl7pPr>
            <a:lvl8pPr indent="-342900" lvl="7" marL="3657600" algn="l">
              <a:lnSpc>
                <a:spcPct val="100000"/>
              </a:lnSpc>
              <a:spcBef>
                <a:spcPts val="300"/>
              </a:spcBef>
              <a:spcAft>
                <a:spcPts val="0"/>
              </a:spcAft>
              <a:buClr>
                <a:schemeClr val="dk1"/>
              </a:buClr>
              <a:buSzPts val="1800"/>
              <a:buChar char="–"/>
              <a:defRPr/>
            </a:lvl8pPr>
            <a:lvl9pPr indent="-342900" lvl="8" marL="4114800" algn="l">
              <a:lnSpc>
                <a:spcPct val="100000"/>
              </a:lnSpc>
              <a:spcBef>
                <a:spcPts val="300"/>
              </a:spcBef>
              <a:spcAft>
                <a:spcPts val="0"/>
              </a:spcAft>
              <a:buClr>
                <a:schemeClr val="dk1"/>
              </a:buClr>
              <a:buSzPts val="1800"/>
              <a:buChar char="–"/>
              <a:defRPr/>
            </a:lvl9pPr>
          </a:lstStyle>
          <a:p/>
        </p:txBody>
      </p:sp>
      <p:sp>
        <p:nvSpPr>
          <p:cNvPr id="147" name="Google Shape;147;p32"/>
          <p:cNvSpPr txBox="1"/>
          <p:nvPr>
            <p:ph idx="2" type="body"/>
          </p:nvPr>
        </p:nvSpPr>
        <p:spPr>
          <a:xfrm>
            <a:off x="8211312" y="1828800"/>
            <a:ext cx="3611880" cy="4251960"/>
          </a:xfrm>
          <a:prstGeom prst="rect">
            <a:avLst/>
          </a:prstGeom>
          <a:noFill/>
          <a:ln>
            <a:noFill/>
          </a:ln>
        </p:spPr>
        <p:txBody>
          <a:bodyPr anchorCtr="0" anchor="t" bIns="0" lIns="0" spcFirstLastPara="1" rIns="0" wrap="square" tIns="0">
            <a:normAutofit/>
          </a:bodyPr>
          <a:lstStyle>
            <a:lvl1pPr indent="-342900" lvl="0" marL="457200" algn="l">
              <a:lnSpc>
                <a:spcPct val="100000"/>
              </a:lnSpc>
              <a:spcBef>
                <a:spcPts val="12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100000"/>
              </a:lnSpc>
              <a:spcBef>
                <a:spcPts val="300"/>
              </a:spcBef>
              <a:spcAft>
                <a:spcPts val="0"/>
              </a:spcAft>
              <a:buClr>
                <a:schemeClr val="dk1"/>
              </a:buClr>
              <a:buSzPts val="1800"/>
              <a:buChar char="–"/>
              <a:defRPr/>
            </a:lvl6pPr>
            <a:lvl7pPr indent="-342900" lvl="6" marL="3200400" algn="l">
              <a:lnSpc>
                <a:spcPct val="100000"/>
              </a:lnSpc>
              <a:spcBef>
                <a:spcPts val="300"/>
              </a:spcBef>
              <a:spcAft>
                <a:spcPts val="0"/>
              </a:spcAft>
              <a:buClr>
                <a:schemeClr val="dk1"/>
              </a:buClr>
              <a:buSzPts val="1800"/>
              <a:buChar char="–"/>
              <a:defRPr/>
            </a:lvl7pPr>
            <a:lvl8pPr indent="-342900" lvl="7" marL="3657600" algn="l">
              <a:lnSpc>
                <a:spcPct val="100000"/>
              </a:lnSpc>
              <a:spcBef>
                <a:spcPts val="300"/>
              </a:spcBef>
              <a:spcAft>
                <a:spcPts val="0"/>
              </a:spcAft>
              <a:buClr>
                <a:schemeClr val="dk1"/>
              </a:buClr>
              <a:buSzPts val="1800"/>
              <a:buChar char="–"/>
              <a:defRPr/>
            </a:lvl8pPr>
            <a:lvl9pPr indent="-342900" lvl="8" marL="4114800" algn="l">
              <a:lnSpc>
                <a:spcPct val="100000"/>
              </a:lnSpc>
              <a:spcBef>
                <a:spcPts val="3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4978">
          <p15:clr>
            <a:srgbClr val="FBAE40"/>
          </p15:clr>
        </p15:guide>
        <p15:guide id="2" pos="5172">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debar Left">
  <p:cSld name="Sidebar Left">
    <p:spTree>
      <p:nvGrpSpPr>
        <p:cNvPr id="148" name="Shape 148"/>
        <p:cNvGrpSpPr/>
        <p:nvPr/>
      </p:nvGrpSpPr>
      <p:grpSpPr>
        <a:xfrm>
          <a:off x="0" y="0"/>
          <a:ext cx="0" cy="0"/>
          <a:chOff x="0" y="0"/>
          <a:chExt cx="0" cy="0"/>
        </a:xfrm>
      </p:grpSpPr>
      <p:sp>
        <p:nvSpPr>
          <p:cNvPr id="149" name="Google Shape;149;p33"/>
          <p:cNvSpPr txBox="1"/>
          <p:nvPr>
            <p:ph type="title"/>
          </p:nvPr>
        </p:nvSpPr>
        <p:spPr>
          <a:xfrm>
            <a:off x="365760" y="365760"/>
            <a:ext cx="11457432"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33"/>
          <p:cNvSpPr txBox="1"/>
          <p:nvPr>
            <p:ph idx="1" type="body"/>
          </p:nvPr>
        </p:nvSpPr>
        <p:spPr>
          <a:xfrm>
            <a:off x="365760" y="1828800"/>
            <a:ext cx="3611880" cy="4251960"/>
          </a:xfrm>
          <a:prstGeom prst="rect">
            <a:avLst/>
          </a:prstGeom>
          <a:noFill/>
          <a:ln>
            <a:noFill/>
          </a:ln>
        </p:spPr>
        <p:txBody>
          <a:bodyPr anchorCtr="0" anchor="t" bIns="0" lIns="0" spcFirstLastPara="1" rIns="0" wrap="square" tIns="0">
            <a:normAutofit/>
          </a:bodyPr>
          <a:lstStyle>
            <a:lvl1pPr indent="-342900" lvl="0" marL="457200" algn="l">
              <a:lnSpc>
                <a:spcPct val="100000"/>
              </a:lnSpc>
              <a:spcBef>
                <a:spcPts val="12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100000"/>
              </a:lnSpc>
              <a:spcBef>
                <a:spcPts val="300"/>
              </a:spcBef>
              <a:spcAft>
                <a:spcPts val="0"/>
              </a:spcAft>
              <a:buClr>
                <a:schemeClr val="dk1"/>
              </a:buClr>
              <a:buSzPts val="1800"/>
              <a:buChar char="–"/>
              <a:defRPr/>
            </a:lvl6pPr>
            <a:lvl7pPr indent="-342900" lvl="6" marL="3200400" algn="l">
              <a:lnSpc>
                <a:spcPct val="100000"/>
              </a:lnSpc>
              <a:spcBef>
                <a:spcPts val="300"/>
              </a:spcBef>
              <a:spcAft>
                <a:spcPts val="0"/>
              </a:spcAft>
              <a:buClr>
                <a:schemeClr val="dk1"/>
              </a:buClr>
              <a:buSzPts val="1800"/>
              <a:buChar char="–"/>
              <a:defRPr/>
            </a:lvl7pPr>
            <a:lvl8pPr indent="-342900" lvl="7" marL="3657600" algn="l">
              <a:lnSpc>
                <a:spcPct val="100000"/>
              </a:lnSpc>
              <a:spcBef>
                <a:spcPts val="300"/>
              </a:spcBef>
              <a:spcAft>
                <a:spcPts val="0"/>
              </a:spcAft>
              <a:buClr>
                <a:schemeClr val="dk1"/>
              </a:buClr>
              <a:buSzPts val="1800"/>
              <a:buChar char="–"/>
              <a:defRPr/>
            </a:lvl8pPr>
            <a:lvl9pPr indent="-342900" lvl="8" marL="4114800" algn="l">
              <a:lnSpc>
                <a:spcPct val="100000"/>
              </a:lnSpc>
              <a:spcBef>
                <a:spcPts val="300"/>
              </a:spcBef>
              <a:spcAft>
                <a:spcPts val="0"/>
              </a:spcAft>
              <a:buClr>
                <a:schemeClr val="dk1"/>
              </a:buClr>
              <a:buSzPts val="1800"/>
              <a:buChar char="–"/>
              <a:defRPr/>
            </a:lvl9pPr>
          </a:lstStyle>
          <a:p/>
        </p:txBody>
      </p:sp>
      <p:sp>
        <p:nvSpPr>
          <p:cNvPr id="151" name="Google Shape;151;p33"/>
          <p:cNvSpPr txBox="1"/>
          <p:nvPr>
            <p:ph idx="2" type="body"/>
          </p:nvPr>
        </p:nvSpPr>
        <p:spPr>
          <a:xfrm>
            <a:off x="4288536" y="1828800"/>
            <a:ext cx="7534656" cy="4251960"/>
          </a:xfrm>
          <a:prstGeom prst="rect">
            <a:avLst/>
          </a:prstGeom>
          <a:noFill/>
          <a:ln>
            <a:noFill/>
          </a:ln>
        </p:spPr>
        <p:txBody>
          <a:bodyPr anchorCtr="0" anchor="t" bIns="0" lIns="0" spcFirstLastPara="1" rIns="0" wrap="square" tIns="0">
            <a:normAutofit/>
          </a:bodyPr>
          <a:lstStyle>
            <a:lvl1pPr indent="-342900" lvl="0" marL="457200" algn="l">
              <a:lnSpc>
                <a:spcPct val="100000"/>
              </a:lnSpc>
              <a:spcBef>
                <a:spcPts val="12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100000"/>
              </a:lnSpc>
              <a:spcBef>
                <a:spcPts val="300"/>
              </a:spcBef>
              <a:spcAft>
                <a:spcPts val="0"/>
              </a:spcAft>
              <a:buClr>
                <a:schemeClr val="dk1"/>
              </a:buClr>
              <a:buSzPts val="1800"/>
              <a:buChar char="–"/>
              <a:defRPr/>
            </a:lvl6pPr>
            <a:lvl7pPr indent="-342900" lvl="6" marL="3200400" algn="l">
              <a:lnSpc>
                <a:spcPct val="100000"/>
              </a:lnSpc>
              <a:spcBef>
                <a:spcPts val="300"/>
              </a:spcBef>
              <a:spcAft>
                <a:spcPts val="0"/>
              </a:spcAft>
              <a:buClr>
                <a:schemeClr val="dk1"/>
              </a:buClr>
              <a:buSzPts val="1800"/>
              <a:buChar char="–"/>
              <a:defRPr/>
            </a:lvl7pPr>
            <a:lvl8pPr indent="-342900" lvl="7" marL="3657600" algn="l">
              <a:lnSpc>
                <a:spcPct val="100000"/>
              </a:lnSpc>
              <a:spcBef>
                <a:spcPts val="300"/>
              </a:spcBef>
              <a:spcAft>
                <a:spcPts val="0"/>
              </a:spcAft>
              <a:buClr>
                <a:schemeClr val="dk1"/>
              </a:buClr>
              <a:buSzPts val="1800"/>
              <a:buChar char="–"/>
              <a:defRPr/>
            </a:lvl8pPr>
            <a:lvl9pPr indent="-342900" lvl="8" marL="4114800" algn="l">
              <a:lnSpc>
                <a:spcPct val="100000"/>
              </a:lnSpc>
              <a:spcBef>
                <a:spcPts val="3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and Big Statement">
  <p:cSld name="Content and Big Statement">
    <p:spTree>
      <p:nvGrpSpPr>
        <p:cNvPr id="152" name="Shape 152"/>
        <p:cNvGrpSpPr/>
        <p:nvPr/>
      </p:nvGrpSpPr>
      <p:grpSpPr>
        <a:xfrm>
          <a:off x="0" y="0"/>
          <a:ext cx="0" cy="0"/>
          <a:chOff x="0" y="0"/>
          <a:chExt cx="0" cy="0"/>
        </a:xfrm>
      </p:grpSpPr>
      <p:sp>
        <p:nvSpPr>
          <p:cNvPr id="153" name="Google Shape;153;p34"/>
          <p:cNvSpPr/>
          <p:nvPr/>
        </p:nvSpPr>
        <p:spPr>
          <a:xfrm>
            <a:off x="6096000" y="0"/>
            <a:ext cx="6095999" cy="6857999"/>
          </a:xfrm>
          <a:prstGeom prst="rect">
            <a:avLst/>
          </a:prstGeom>
          <a:solidFill>
            <a:srgbClr val="006E7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800">
              <a:solidFill>
                <a:schemeClr val="dk1"/>
              </a:solidFill>
              <a:latin typeface="Arial"/>
              <a:ea typeface="Arial"/>
              <a:cs typeface="Arial"/>
              <a:sym typeface="Arial"/>
            </a:endParaRPr>
          </a:p>
        </p:txBody>
      </p:sp>
      <p:sp>
        <p:nvSpPr>
          <p:cNvPr id="154" name="Google Shape;154;p34"/>
          <p:cNvSpPr txBox="1"/>
          <p:nvPr>
            <p:ph type="title"/>
          </p:nvPr>
        </p:nvSpPr>
        <p:spPr>
          <a:xfrm>
            <a:off x="365760" y="365760"/>
            <a:ext cx="5425440" cy="1371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5" name="Google Shape;155;p34"/>
          <p:cNvSpPr txBox="1"/>
          <p:nvPr>
            <p:ph idx="1" type="body"/>
          </p:nvPr>
        </p:nvSpPr>
        <p:spPr>
          <a:xfrm>
            <a:off x="365760" y="2286000"/>
            <a:ext cx="5425440" cy="3794760"/>
          </a:xfrm>
          <a:prstGeom prst="rect">
            <a:avLst/>
          </a:prstGeom>
          <a:noFill/>
          <a:ln>
            <a:noFill/>
          </a:ln>
        </p:spPr>
        <p:txBody>
          <a:bodyPr anchorCtr="0" anchor="t" bIns="0" lIns="0" spcFirstLastPara="1" rIns="0" wrap="square" tIns="0">
            <a:normAutofit/>
          </a:bodyPr>
          <a:lstStyle>
            <a:lvl1pPr indent="-342900" lvl="0" marL="457200" algn="l">
              <a:lnSpc>
                <a:spcPct val="100000"/>
              </a:lnSpc>
              <a:spcBef>
                <a:spcPts val="12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100000"/>
              </a:lnSpc>
              <a:spcBef>
                <a:spcPts val="300"/>
              </a:spcBef>
              <a:spcAft>
                <a:spcPts val="0"/>
              </a:spcAft>
              <a:buClr>
                <a:schemeClr val="dk1"/>
              </a:buClr>
              <a:buSzPts val="1800"/>
              <a:buChar char="–"/>
              <a:defRPr/>
            </a:lvl6pPr>
            <a:lvl7pPr indent="-342900" lvl="6" marL="3200400" algn="l">
              <a:lnSpc>
                <a:spcPct val="100000"/>
              </a:lnSpc>
              <a:spcBef>
                <a:spcPts val="300"/>
              </a:spcBef>
              <a:spcAft>
                <a:spcPts val="0"/>
              </a:spcAft>
              <a:buClr>
                <a:schemeClr val="dk1"/>
              </a:buClr>
              <a:buSzPts val="1800"/>
              <a:buChar char="–"/>
              <a:defRPr/>
            </a:lvl7pPr>
            <a:lvl8pPr indent="-342900" lvl="7" marL="3657600" algn="l">
              <a:lnSpc>
                <a:spcPct val="100000"/>
              </a:lnSpc>
              <a:spcBef>
                <a:spcPts val="300"/>
              </a:spcBef>
              <a:spcAft>
                <a:spcPts val="0"/>
              </a:spcAft>
              <a:buClr>
                <a:schemeClr val="dk1"/>
              </a:buClr>
              <a:buSzPts val="1800"/>
              <a:buChar char="–"/>
              <a:defRPr/>
            </a:lvl8pPr>
            <a:lvl9pPr indent="-342900" lvl="8" marL="4114800" algn="l">
              <a:lnSpc>
                <a:spcPct val="100000"/>
              </a:lnSpc>
              <a:spcBef>
                <a:spcPts val="300"/>
              </a:spcBef>
              <a:spcAft>
                <a:spcPts val="0"/>
              </a:spcAft>
              <a:buClr>
                <a:schemeClr val="dk1"/>
              </a:buClr>
              <a:buSzPts val="1800"/>
              <a:buChar char="–"/>
              <a:defRPr/>
            </a:lvl9pPr>
          </a:lstStyle>
          <a:p/>
        </p:txBody>
      </p:sp>
      <p:sp>
        <p:nvSpPr>
          <p:cNvPr id="156" name="Google Shape;156;p34"/>
          <p:cNvSpPr txBox="1"/>
          <p:nvPr>
            <p:ph idx="2" type="body"/>
          </p:nvPr>
        </p:nvSpPr>
        <p:spPr>
          <a:xfrm>
            <a:off x="6400800" y="365125"/>
            <a:ext cx="5422392" cy="5715635"/>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lt1"/>
              </a:buClr>
              <a:buSzPts val="5400"/>
              <a:buNone/>
              <a:defRPr sz="5400">
                <a:solidFill>
                  <a:schemeClr val="lt1"/>
                </a:solidFill>
              </a:defRPr>
            </a:lvl1pPr>
            <a:lvl2pPr indent="-342900" lvl="1" marL="914400" algn="l">
              <a:lnSpc>
                <a:spcPct val="100000"/>
              </a:lnSpc>
              <a:spcBef>
                <a:spcPts val="1200"/>
              </a:spcBef>
              <a:spcAft>
                <a:spcPts val="0"/>
              </a:spcAft>
              <a:buClr>
                <a:schemeClr val="lt1"/>
              </a:buClr>
              <a:buSzPts val="1800"/>
              <a:buChar char="–"/>
              <a:defRPr>
                <a:solidFill>
                  <a:schemeClr val="lt1"/>
                </a:solidFill>
              </a:defRPr>
            </a:lvl2pPr>
            <a:lvl3pPr indent="-342900" lvl="2" marL="1371600" algn="l">
              <a:lnSpc>
                <a:spcPct val="100000"/>
              </a:lnSpc>
              <a:spcBef>
                <a:spcPts val="300"/>
              </a:spcBef>
              <a:spcAft>
                <a:spcPts val="0"/>
              </a:spcAft>
              <a:buClr>
                <a:schemeClr val="lt1"/>
              </a:buClr>
              <a:buSzPts val="1800"/>
              <a:buChar char="–"/>
              <a:defRPr>
                <a:solidFill>
                  <a:schemeClr val="lt1"/>
                </a:solidFill>
              </a:defRPr>
            </a:lvl3pPr>
            <a:lvl4pPr indent="-342900" lvl="3" marL="1828800" algn="l">
              <a:lnSpc>
                <a:spcPct val="100000"/>
              </a:lnSpc>
              <a:spcBef>
                <a:spcPts val="300"/>
              </a:spcBef>
              <a:spcAft>
                <a:spcPts val="0"/>
              </a:spcAft>
              <a:buClr>
                <a:schemeClr val="lt1"/>
              </a:buClr>
              <a:buSzPts val="1800"/>
              <a:buChar char="–"/>
              <a:defRPr>
                <a:solidFill>
                  <a:schemeClr val="lt1"/>
                </a:solidFill>
              </a:defRPr>
            </a:lvl4pPr>
            <a:lvl5pPr indent="-342900" lvl="4" marL="2286000" algn="l">
              <a:lnSpc>
                <a:spcPct val="100000"/>
              </a:lnSpc>
              <a:spcBef>
                <a:spcPts val="300"/>
              </a:spcBef>
              <a:spcAft>
                <a:spcPts val="0"/>
              </a:spcAft>
              <a:buClr>
                <a:schemeClr val="lt1"/>
              </a:buClr>
              <a:buSzPts val="1800"/>
              <a:buChar char="–"/>
              <a:defRPr>
                <a:solidFill>
                  <a:schemeClr val="lt1"/>
                </a:solidFill>
              </a:defRPr>
            </a:lvl5pPr>
            <a:lvl6pPr indent="-342900" lvl="5" marL="2743200" algn="l">
              <a:lnSpc>
                <a:spcPct val="100000"/>
              </a:lnSpc>
              <a:spcBef>
                <a:spcPts val="300"/>
              </a:spcBef>
              <a:spcAft>
                <a:spcPts val="0"/>
              </a:spcAft>
              <a:buClr>
                <a:schemeClr val="lt1"/>
              </a:buClr>
              <a:buSzPts val="1800"/>
              <a:buChar char="–"/>
              <a:defRPr>
                <a:solidFill>
                  <a:schemeClr val="lt1"/>
                </a:solidFill>
              </a:defRPr>
            </a:lvl6pPr>
            <a:lvl7pPr indent="-342900" lvl="6" marL="3200400" algn="l">
              <a:lnSpc>
                <a:spcPct val="100000"/>
              </a:lnSpc>
              <a:spcBef>
                <a:spcPts val="300"/>
              </a:spcBef>
              <a:spcAft>
                <a:spcPts val="0"/>
              </a:spcAft>
              <a:buClr>
                <a:schemeClr val="lt1"/>
              </a:buClr>
              <a:buSzPts val="1800"/>
              <a:buChar char="–"/>
              <a:defRPr>
                <a:solidFill>
                  <a:schemeClr val="lt1"/>
                </a:solidFill>
              </a:defRPr>
            </a:lvl7pPr>
            <a:lvl8pPr indent="-342900" lvl="7" marL="3657600" algn="l">
              <a:lnSpc>
                <a:spcPct val="100000"/>
              </a:lnSpc>
              <a:spcBef>
                <a:spcPts val="300"/>
              </a:spcBef>
              <a:spcAft>
                <a:spcPts val="0"/>
              </a:spcAft>
              <a:buClr>
                <a:schemeClr val="lt1"/>
              </a:buClr>
              <a:buSzPts val="1800"/>
              <a:buChar char="–"/>
              <a:defRPr>
                <a:solidFill>
                  <a:schemeClr val="lt1"/>
                </a:solidFill>
              </a:defRPr>
            </a:lvl8pPr>
            <a:lvl9pPr indent="-342900" lvl="8" marL="4114800" algn="l">
              <a:lnSpc>
                <a:spcPct val="100000"/>
              </a:lnSpc>
              <a:spcBef>
                <a:spcPts val="300"/>
              </a:spcBef>
              <a:spcAft>
                <a:spcPts val="0"/>
              </a:spcAft>
              <a:buClr>
                <a:schemeClr val="lt1"/>
              </a:buClr>
              <a:buSzPts val="1800"/>
              <a:buChar char="–"/>
              <a:defRPr>
                <a:solidFill>
                  <a:schemeClr val="lt1"/>
                </a:solidFill>
              </a:defRPr>
            </a:lvl9pPr>
          </a:lstStyle>
          <a:p/>
        </p:txBody>
      </p:sp>
      <p:sp>
        <p:nvSpPr>
          <p:cNvPr id="157" name="Google Shape;157;p34"/>
          <p:cNvSpPr txBox="1"/>
          <p:nvPr/>
        </p:nvSpPr>
        <p:spPr>
          <a:xfrm>
            <a:off x="11365992" y="6317730"/>
            <a:ext cx="457200" cy="274637"/>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lang="en-US" sz="800">
                <a:solidFill>
                  <a:schemeClr val="lt1"/>
                </a:solidFill>
                <a:latin typeface="Arial"/>
                <a:ea typeface="Arial"/>
                <a:cs typeface="Arial"/>
                <a:sym typeface="Arial"/>
              </a:rPr>
              <a:t> </a:t>
            </a:r>
            <a:fld id="{00000000-1234-1234-1234-123412341234}" type="slidenum">
              <a:rPr lang="en-US" sz="800">
                <a:solidFill>
                  <a:schemeClr val="lt1"/>
                </a:solidFill>
                <a:latin typeface="Arial"/>
                <a:ea typeface="Arial"/>
                <a:cs typeface="Arial"/>
                <a:sym typeface="Arial"/>
              </a:rPr>
              <a:t>‹#›</a:t>
            </a:fld>
            <a:endParaRPr sz="800">
              <a:solidFill>
                <a:schemeClr val="lt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3648">
          <p15:clr>
            <a:srgbClr val="FBAE40"/>
          </p15:clr>
        </p15:guide>
        <p15:guide id="2" pos="4032">
          <p15:clr>
            <a:srgbClr val="FBAE40"/>
          </p15:clr>
        </p15:guide>
        <p15:guide id="3" orient="horz" pos="3832">
          <p15:clr>
            <a:srgbClr val="FBAE40"/>
          </p15:clr>
        </p15:guide>
        <p15:guide id="4" orient="horz" pos="1440">
          <p15:clr>
            <a:srgbClr val="FBAE40"/>
          </p15:clr>
        </p15:guide>
        <p15:guide id="5" orient="horz" pos="4148">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Statement">
  <p:cSld name="Big Statement">
    <p:bg>
      <p:bgPr>
        <a:solidFill>
          <a:srgbClr val="231F20"/>
        </a:solidFill>
      </p:bgPr>
    </p:bg>
    <p:spTree>
      <p:nvGrpSpPr>
        <p:cNvPr id="158" name="Shape 158"/>
        <p:cNvGrpSpPr/>
        <p:nvPr/>
      </p:nvGrpSpPr>
      <p:grpSpPr>
        <a:xfrm>
          <a:off x="0" y="0"/>
          <a:ext cx="0" cy="0"/>
          <a:chOff x="0" y="0"/>
          <a:chExt cx="0" cy="0"/>
        </a:xfrm>
      </p:grpSpPr>
      <p:sp>
        <p:nvSpPr>
          <p:cNvPr id="159" name="Google Shape;159;p35"/>
          <p:cNvSpPr txBox="1"/>
          <p:nvPr>
            <p:ph idx="1" type="body"/>
          </p:nvPr>
        </p:nvSpPr>
        <p:spPr>
          <a:xfrm>
            <a:off x="365124" y="365125"/>
            <a:ext cx="8503920" cy="5715635"/>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lt1"/>
              </a:buClr>
              <a:buSzPts val="5400"/>
              <a:buFont typeface="Arial"/>
              <a:buNone/>
              <a:defRPr b="0" sz="5400">
                <a:solidFill>
                  <a:schemeClr val="lt1"/>
                </a:solidFill>
                <a:latin typeface="Arial"/>
                <a:ea typeface="Arial"/>
                <a:cs typeface="Arial"/>
                <a:sym typeface="Arial"/>
              </a:defRPr>
            </a:lvl1pPr>
            <a:lvl2pPr indent="-342900" lvl="1" marL="914400" algn="l">
              <a:lnSpc>
                <a:spcPct val="100000"/>
              </a:lnSpc>
              <a:spcBef>
                <a:spcPts val="1200"/>
              </a:spcBef>
              <a:spcAft>
                <a:spcPts val="0"/>
              </a:spcAft>
              <a:buClr>
                <a:schemeClr val="lt1"/>
              </a:buClr>
              <a:buSzPts val="1800"/>
              <a:buChar char="–"/>
              <a:defRPr/>
            </a:lvl2pPr>
            <a:lvl3pPr indent="-342900" lvl="2" marL="1371600" algn="l">
              <a:lnSpc>
                <a:spcPct val="100000"/>
              </a:lnSpc>
              <a:spcBef>
                <a:spcPts val="300"/>
              </a:spcBef>
              <a:spcAft>
                <a:spcPts val="0"/>
              </a:spcAft>
              <a:buClr>
                <a:schemeClr val="lt1"/>
              </a:buClr>
              <a:buSzPts val="1800"/>
              <a:buChar char="–"/>
              <a:defRPr/>
            </a:lvl3pPr>
            <a:lvl4pPr indent="-342900" lvl="3" marL="1828800" algn="l">
              <a:lnSpc>
                <a:spcPct val="100000"/>
              </a:lnSpc>
              <a:spcBef>
                <a:spcPts val="300"/>
              </a:spcBef>
              <a:spcAft>
                <a:spcPts val="0"/>
              </a:spcAft>
              <a:buClr>
                <a:schemeClr val="lt1"/>
              </a:buClr>
              <a:buSzPts val="1800"/>
              <a:buChar char="–"/>
              <a:defRPr/>
            </a:lvl4pPr>
            <a:lvl5pPr indent="-342900" lvl="4" marL="2286000" algn="l">
              <a:lnSpc>
                <a:spcPct val="100000"/>
              </a:lnSpc>
              <a:spcBef>
                <a:spcPts val="300"/>
              </a:spcBef>
              <a:spcAft>
                <a:spcPts val="0"/>
              </a:spcAft>
              <a:buClr>
                <a:schemeClr val="lt1"/>
              </a:buClr>
              <a:buSzPts val="1800"/>
              <a:buChar char="–"/>
              <a:defRPr/>
            </a:lvl5pPr>
            <a:lvl6pPr indent="-342900" lvl="5" marL="2743200" algn="l">
              <a:lnSpc>
                <a:spcPct val="100000"/>
              </a:lnSpc>
              <a:spcBef>
                <a:spcPts val="300"/>
              </a:spcBef>
              <a:spcAft>
                <a:spcPts val="0"/>
              </a:spcAft>
              <a:buClr>
                <a:schemeClr val="lt1"/>
              </a:buClr>
              <a:buSzPts val="1800"/>
              <a:buChar char="–"/>
              <a:defRPr/>
            </a:lvl6pPr>
            <a:lvl7pPr indent="-342900" lvl="6" marL="3200400" algn="l">
              <a:lnSpc>
                <a:spcPct val="100000"/>
              </a:lnSpc>
              <a:spcBef>
                <a:spcPts val="300"/>
              </a:spcBef>
              <a:spcAft>
                <a:spcPts val="0"/>
              </a:spcAft>
              <a:buClr>
                <a:schemeClr val="lt1"/>
              </a:buClr>
              <a:buSzPts val="1800"/>
              <a:buChar char="–"/>
              <a:defRPr/>
            </a:lvl7pPr>
            <a:lvl8pPr indent="-342900" lvl="7" marL="3657600" algn="l">
              <a:lnSpc>
                <a:spcPct val="100000"/>
              </a:lnSpc>
              <a:spcBef>
                <a:spcPts val="300"/>
              </a:spcBef>
              <a:spcAft>
                <a:spcPts val="0"/>
              </a:spcAft>
              <a:buClr>
                <a:schemeClr val="lt1"/>
              </a:buClr>
              <a:buSzPts val="1800"/>
              <a:buChar char="–"/>
              <a:defRPr/>
            </a:lvl8pPr>
            <a:lvl9pPr indent="-342900" lvl="8" marL="4114800" algn="l">
              <a:lnSpc>
                <a:spcPct val="100000"/>
              </a:lnSpc>
              <a:spcBef>
                <a:spcPts val="300"/>
              </a:spcBef>
              <a:spcAft>
                <a:spcPts val="0"/>
              </a:spcAft>
              <a:buClr>
                <a:schemeClr val="lt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3832">
          <p15:clr>
            <a:srgbClr val="FBAE40"/>
          </p15:clr>
        </p15:guide>
        <p15:guide id="2" orient="horz" pos="4148">
          <p15:clr>
            <a:srgbClr val="FBAE40"/>
          </p15:clr>
        </p15:guide>
        <p15:guide id="3" pos="5588">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Statement and Photo">
  <p:cSld name="Big Statement and Photo">
    <p:bg>
      <p:bgPr>
        <a:solidFill>
          <a:srgbClr val="231F20"/>
        </a:solidFill>
      </p:bgPr>
    </p:bg>
    <p:spTree>
      <p:nvGrpSpPr>
        <p:cNvPr id="160" name="Shape 160"/>
        <p:cNvGrpSpPr/>
        <p:nvPr/>
      </p:nvGrpSpPr>
      <p:grpSpPr>
        <a:xfrm>
          <a:off x="0" y="0"/>
          <a:ext cx="0" cy="0"/>
          <a:chOff x="0" y="0"/>
          <a:chExt cx="0" cy="0"/>
        </a:xfrm>
      </p:grpSpPr>
      <p:sp>
        <p:nvSpPr>
          <p:cNvPr id="161" name="Google Shape;161;p36"/>
          <p:cNvSpPr txBox="1"/>
          <p:nvPr>
            <p:ph idx="1" type="body"/>
          </p:nvPr>
        </p:nvSpPr>
        <p:spPr>
          <a:xfrm>
            <a:off x="365124" y="365125"/>
            <a:ext cx="5578476" cy="5715635"/>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0"/>
              </a:spcBef>
              <a:spcAft>
                <a:spcPts val="0"/>
              </a:spcAft>
              <a:buClr>
                <a:schemeClr val="lt1"/>
              </a:buClr>
              <a:buSzPts val="5400"/>
              <a:buFont typeface="Arial"/>
              <a:buNone/>
              <a:defRPr b="0" sz="5400">
                <a:solidFill>
                  <a:schemeClr val="lt1"/>
                </a:solidFill>
                <a:latin typeface="Arial"/>
                <a:ea typeface="Arial"/>
                <a:cs typeface="Arial"/>
                <a:sym typeface="Arial"/>
              </a:defRPr>
            </a:lvl1pPr>
            <a:lvl2pPr indent="-342900" lvl="1" marL="914400" algn="l">
              <a:lnSpc>
                <a:spcPct val="100000"/>
              </a:lnSpc>
              <a:spcBef>
                <a:spcPts val="1200"/>
              </a:spcBef>
              <a:spcAft>
                <a:spcPts val="0"/>
              </a:spcAft>
              <a:buClr>
                <a:schemeClr val="lt1"/>
              </a:buClr>
              <a:buSzPts val="1800"/>
              <a:buChar char="–"/>
              <a:defRPr/>
            </a:lvl2pPr>
            <a:lvl3pPr indent="-342900" lvl="2" marL="1371600" algn="l">
              <a:lnSpc>
                <a:spcPct val="100000"/>
              </a:lnSpc>
              <a:spcBef>
                <a:spcPts val="300"/>
              </a:spcBef>
              <a:spcAft>
                <a:spcPts val="0"/>
              </a:spcAft>
              <a:buClr>
                <a:schemeClr val="lt1"/>
              </a:buClr>
              <a:buSzPts val="1800"/>
              <a:buChar char="–"/>
              <a:defRPr/>
            </a:lvl3pPr>
            <a:lvl4pPr indent="-342900" lvl="3" marL="1828800" algn="l">
              <a:lnSpc>
                <a:spcPct val="100000"/>
              </a:lnSpc>
              <a:spcBef>
                <a:spcPts val="300"/>
              </a:spcBef>
              <a:spcAft>
                <a:spcPts val="0"/>
              </a:spcAft>
              <a:buClr>
                <a:schemeClr val="lt1"/>
              </a:buClr>
              <a:buSzPts val="1800"/>
              <a:buChar char="–"/>
              <a:defRPr/>
            </a:lvl4pPr>
            <a:lvl5pPr indent="-342900" lvl="4" marL="2286000" algn="l">
              <a:lnSpc>
                <a:spcPct val="100000"/>
              </a:lnSpc>
              <a:spcBef>
                <a:spcPts val="300"/>
              </a:spcBef>
              <a:spcAft>
                <a:spcPts val="0"/>
              </a:spcAft>
              <a:buClr>
                <a:schemeClr val="lt1"/>
              </a:buClr>
              <a:buSzPts val="1800"/>
              <a:buChar char="–"/>
              <a:defRPr/>
            </a:lvl5pPr>
            <a:lvl6pPr indent="-342900" lvl="5" marL="2743200" algn="l">
              <a:lnSpc>
                <a:spcPct val="100000"/>
              </a:lnSpc>
              <a:spcBef>
                <a:spcPts val="300"/>
              </a:spcBef>
              <a:spcAft>
                <a:spcPts val="0"/>
              </a:spcAft>
              <a:buClr>
                <a:schemeClr val="lt1"/>
              </a:buClr>
              <a:buSzPts val="1800"/>
              <a:buChar char="–"/>
              <a:defRPr/>
            </a:lvl6pPr>
            <a:lvl7pPr indent="-342900" lvl="6" marL="3200400" algn="l">
              <a:lnSpc>
                <a:spcPct val="100000"/>
              </a:lnSpc>
              <a:spcBef>
                <a:spcPts val="300"/>
              </a:spcBef>
              <a:spcAft>
                <a:spcPts val="0"/>
              </a:spcAft>
              <a:buClr>
                <a:schemeClr val="lt1"/>
              </a:buClr>
              <a:buSzPts val="1800"/>
              <a:buChar char="–"/>
              <a:defRPr/>
            </a:lvl7pPr>
            <a:lvl8pPr indent="-342900" lvl="7" marL="3657600" algn="l">
              <a:lnSpc>
                <a:spcPct val="100000"/>
              </a:lnSpc>
              <a:spcBef>
                <a:spcPts val="300"/>
              </a:spcBef>
              <a:spcAft>
                <a:spcPts val="0"/>
              </a:spcAft>
              <a:buClr>
                <a:schemeClr val="lt1"/>
              </a:buClr>
              <a:buSzPts val="1800"/>
              <a:buChar char="–"/>
              <a:defRPr/>
            </a:lvl8pPr>
            <a:lvl9pPr indent="-342900" lvl="8" marL="4114800" algn="l">
              <a:lnSpc>
                <a:spcPct val="100000"/>
              </a:lnSpc>
              <a:spcBef>
                <a:spcPts val="300"/>
              </a:spcBef>
              <a:spcAft>
                <a:spcPts val="0"/>
              </a:spcAft>
              <a:buClr>
                <a:schemeClr val="lt1"/>
              </a:buClr>
              <a:buSzPts val="1800"/>
              <a:buChar char="–"/>
              <a:defRPr/>
            </a:lvl9pPr>
          </a:lstStyle>
          <a:p/>
        </p:txBody>
      </p:sp>
      <p:sp>
        <p:nvSpPr>
          <p:cNvPr id="162" name="Google Shape;162;p36"/>
          <p:cNvSpPr/>
          <p:nvPr>
            <p:ph idx="2" type="pic"/>
          </p:nvPr>
        </p:nvSpPr>
        <p:spPr>
          <a:xfrm>
            <a:off x="6245225" y="2880360"/>
            <a:ext cx="5578475" cy="3200400"/>
          </a:xfrm>
          <a:prstGeom prst="rect">
            <a:avLst/>
          </a:prstGeom>
          <a:solidFill>
            <a:srgbClr val="7A7480"/>
          </a:solid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3832">
          <p15:clr>
            <a:srgbClr val="FBAE40"/>
          </p15:clr>
        </p15:guide>
        <p15:guide id="2" orient="horz" pos="4148">
          <p15:clr>
            <a:srgbClr val="FBAE40"/>
          </p15:clr>
        </p15:guide>
        <p15:guide id="3" pos="3744">
          <p15:clr>
            <a:srgbClr val="FBAE40"/>
          </p15:clr>
        </p15:guide>
        <p15:guide id="4" pos="393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ck matrix slide ">
  <p:cSld name="Black matrix slide ">
    <p:bg>
      <p:bgPr>
        <a:solidFill>
          <a:srgbClr val="231F20"/>
        </a:solidFill>
      </p:bgPr>
    </p:bg>
    <p:spTree>
      <p:nvGrpSpPr>
        <p:cNvPr id="163" name="Shape 163"/>
        <p:cNvGrpSpPr/>
        <p:nvPr/>
      </p:nvGrpSpPr>
      <p:grpSpPr>
        <a:xfrm>
          <a:off x="0" y="0"/>
          <a:ext cx="0" cy="0"/>
          <a:chOff x="0" y="0"/>
          <a:chExt cx="0" cy="0"/>
        </a:xfrm>
      </p:grpSpPr>
      <p:sp>
        <p:nvSpPr>
          <p:cNvPr id="164" name="Google Shape;164;p37"/>
          <p:cNvSpPr/>
          <p:nvPr/>
        </p:nvSpPr>
        <p:spPr>
          <a:xfrm>
            <a:off x="5266397" y="3054045"/>
            <a:ext cx="1665744" cy="1665742"/>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800">
              <a:solidFill>
                <a:schemeClr val="lt1"/>
              </a:solidFill>
              <a:latin typeface="Arial"/>
              <a:ea typeface="Arial"/>
              <a:cs typeface="Arial"/>
              <a:sym typeface="Arial"/>
            </a:endParaRPr>
          </a:p>
        </p:txBody>
      </p:sp>
      <p:grpSp>
        <p:nvGrpSpPr>
          <p:cNvPr id="165" name="Google Shape;165;p37"/>
          <p:cNvGrpSpPr/>
          <p:nvPr/>
        </p:nvGrpSpPr>
        <p:grpSpPr>
          <a:xfrm>
            <a:off x="4276115" y="2272177"/>
            <a:ext cx="3634508" cy="3229764"/>
            <a:chOff x="4523760" y="2165131"/>
            <a:chExt cx="3139218" cy="3300132"/>
          </a:xfrm>
        </p:grpSpPr>
        <p:grpSp>
          <p:nvGrpSpPr>
            <p:cNvPr id="166" name="Google Shape;166;p37"/>
            <p:cNvGrpSpPr/>
            <p:nvPr/>
          </p:nvGrpSpPr>
          <p:grpSpPr>
            <a:xfrm rot="10800000">
              <a:off x="6616255" y="2165131"/>
              <a:ext cx="1046723" cy="3300132"/>
              <a:chOff x="5319301" y="2165131"/>
              <a:chExt cx="1046723" cy="3300132"/>
            </a:xfrm>
          </p:grpSpPr>
          <p:sp>
            <p:nvSpPr>
              <p:cNvPr id="167" name="Google Shape;167;p37"/>
              <p:cNvSpPr/>
              <p:nvPr/>
            </p:nvSpPr>
            <p:spPr>
              <a:xfrm>
                <a:off x="5319301" y="2165131"/>
                <a:ext cx="1046723" cy="735724"/>
              </a:xfrm>
              <a:custGeom>
                <a:rect b="b" l="l" r="r" t="t"/>
                <a:pathLst>
                  <a:path extrusionOk="0" h="735724" w="1114097">
                    <a:moveTo>
                      <a:pt x="0" y="0"/>
                    </a:moveTo>
                    <a:lnTo>
                      <a:pt x="609600" y="0"/>
                    </a:lnTo>
                    <a:lnTo>
                      <a:pt x="1114097" y="735724"/>
                    </a:lnTo>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68" name="Google Shape;168;p37"/>
              <p:cNvSpPr/>
              <p:nvPr/>
            </p:nvSpPr>
            <p:spPr>
              <a:xfrm flipH="1" rot="10800000">
                <a:off x="5319301" y="4729539"/>
                <a:ext cx="1046723" cy="735724"/>
              </a:xfrm>
              <a:custGeom>
                <a:rect b="b" l="l" r="r" t="t"/>
                <a:pathLst>
                  <a:path extrusionOk="0" h="735724" w="1114097">
                    <a:moveTo>
                      <a:pt x="0" y="0"/>
                    </a:moveTo>
                    <a:lnTo>
                      <a:pt x="609600" y="0"/>
                    </a:lnTo>
                    <a:lnTo>
                      <a:pt x="1114097" y="735724"/>
                    </a:lnTo>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grpSp>
        <p:grpSp>
          <p:nvGrpSpPr>
            <p:cNvPr id="169" name="Google Shape;169;p37"/>
            <p:cNvGrpSpPr/>
            <p:nvPr/>
          </p:nvGrpSpPr>
          <p:grpSpPr>
            <a:xfrm>
              <a:off x="4523760" y="2165131"/>
              <a:ext cx="3139218" cy="3300132"/>
              <a:chOff x="4523760" y="2165131"/>
              <a:chExt cx="3139218" cy="3300132"/>
            </a:xfrm>
          </p:grpSpPr>
          <p:sp>
            <p:nvSpPr>
              <p:cNvPr id="170" name="Google Shape;170;p37"/>
              <p:cNvSpPr/>
              <p:nvPr/>
            </p:nvSpPr>
            <p:spPr>
              <a:xfrm>
                <a:off x="4523760" y="2165131"/>
                <a:ext cx="1046723" cy="735724"/>
              </a:xfrm>
              <a:custGeom>
                <a:rect b="b" l="l" r="r" t="t"/>
                <a:pathLst>
                  <a:path extrusionOk="0" h="735724" w="1114097">
                    <a:moveTo>
                      <a:pt x="0" y="0"/>
                    </a:moveTo>
                    <a:lnTo>
                      <a:pt x="609600" y="0"/>
                    </a:lnTo>
                    <a:lnTo>
                      <a:pt x="1114097" y="735724"/>
                    </a:lnTo>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71" name="Google Shape;171;p37"/>
              <p:cNvSpPr/>
              <p:nvPr/>
            </p:nvSpPr>
            <p:spPr>
              <a:xfrm flipH="1" rot="10800000">
                <a:off x="4523760" y="4729539"/>
                <a:ext cx="1046723" cy="735724"/>
              </a:xfrm>
              <a:custGeom>
                <a:rect b="b" l="l" r="r" t="t"/>
                <a:pathLst>
                  <a:path extrusionOk="0" h="735724" w="1114097">
                    <a:moveTo>
                      <a:pt x="0" y="0"/>
                    </a:moveTo>
                    <a:lnTo>
                      <a:pt x="609600" y="0"/>
                    </a:lnTo>
                    <a:lnTo>
                      <a:pt x="1114097" y="735724"/>
                    </a:lnTo>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grpSp>
            <p:nvGrpSpPr>
              <p:cNvPr id="172" name="Google Shape;172;p37"/>
              <p:cNvGrpSpPr/>
              <p:nvPr/>
            </p:nvGrpSpPr>
            <p:grpSpPr>
              <a:xfrm>
                <a:off x="4523760" y="3772576"/>
                <a:ext cx="3139218" cy="0"/>
                <a:chOff x="4523760" y="3772576"/>
                <a:chExt cx="3139218" cy="0"/>
              </a:xfrm>
            </p:grpSpPr>
            <p:cxnSp>
              <p:nvCxnSpPr>
                <p:cNvPr id="173" name="Google Shape;173;p37"/>
                <p:cNvCxnSpPr/>
                <p:nvPr/>
              </p:nvCxnSpPr>
              <p:spPr>
                <a:xfrm rot="10800000">
                  <a:off x="4523760" y="3772576"/>
                  <a:ext cx="496163" cy="0"/>
                </a:xfrm>
                <a:prstGeom prst="straightConnector1">
                  <a:avLst/>
                </a:prstGeom>
                <a:noFill/>
                <a:ln cap="flat" cmpd="sng" w="12700">
                  <a:solidFill>
                    <a:schemeClr val="lt1"/>
                  </a:solidFill>
                  <a:prstDash val="solid"/>
                  <a:round/>
                  <a:headEnd len="sm" w="sm" type="none"/>
                  <a:tailEnd len="sm" w="sm" type="none"/>
                </a:ln>
              </p:spPr>
            </p:cxnSp>
            <p:cxnSp>
              <p:nvCxnSpPr>
                <p:cNvPr id="174" name="Google Shape;174;p37"/>
                <p:cNvCxnSpPr/>
                <p:nvPr/>
              </p:nvCxnSpPr>
              <p:spPr>
                <a:xfrm rot="10800000">
                  <a:off x="7166815" y="3772576"/>
                  <a:ext cx="496163" cy="0"/>
                </a:xfrm>
                <a:prstGeom prst="straightConnector1">
                  <a:avLst/>
                </a:prstGeom>
                <a:noFill/>
                <a:ln cap="flat" cmpd="sng" w="12700">
                  <a:solidFill>
                    <a:schemeClr val="lt1"/>
                  </a:solidFill>
                  <a:prstDash val="solid"/>
                  <a:round/>
                  <a:headEnd len="sm" w="sm" type="none"/>
                  <a:tailEnd len="sm" w="sm" type="none"/>
                </a:ln>
              </p:spPr>
            </p:cxnSp>
          </p:grpSp>
        </p:grpSp>
      </p:grpSp>
      <p:sp>
        <p:nvSpPr>
          <p:cNvPr id="175" name="Google Shape;175;p37"/>
          <p:cNvSpPr txBox="1"/>
          <p:nvPr>
            <p:ph type="title"/>
          </p:nvPr>
        </p:nvSpPr>
        <p:spPr>
          <a:xfrm>
            <a:off x="365760" y="365760"/>
            <a:ext cx="11457432"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6" name="Google Shape;176;p37"/>
          <p:cNvSpPr txBox="1"/>
          <p:nvPr>
            <p:ph idx="1" type="body"/>
          </p:nvPr>
        </p:nvSpPr>
        <p:spPr>
          <a:xfrm>
            <a:off x="1326515" y="2011680"/>
            <a:ext cx="2651760" cy="914400"/>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0"/>
              </a:spcBef>
              <a:spcAft>
                <a:spcPts val="0"/>
              </a:spcAft>
              <a:buClr>
                <a:schemeClr val="lt1"/>
              </a:buClr>
              <a:buSzPts val="1600"/>
              <a:buFont typeface="Arial"/>
              <a:buNone/>
              <a:defRPr b="1" sz="1600"/>
            </a:lvl1pPr>
            <a:lvl2pPr indent="-228600" lvl="1" marL="914400" algn="r">
              <a:lnSpc>
                <a:spcPct val="100000"/>
              </a:lnSpc>
              <a:spcBef>
                <a:spcPts val="0"/>
              </a:spcBef>
              <a:spcAft>
                <a:spcPts val="0"/>
              </a:spcAft>
              <a:buClr>
                <a:schemeClr val="lt1"/>
              </a:buClr>
              <a:buSzPts val="1400"/>
              <a:buFont typeface="Arial"/>
              <a:buNone/>
              <a:defRPr sz="1400"/>
            </a:lvl2pPr>
            <a:lvl3pPr indent="-228600" lvl="2" marL="1371600" algn="r">
              <a:lnSpc>
                <a:spcPct val="100000"/>
              </a:lnSpc>
              <a:spcBef>
                <a:spcPts val="0"/>
              </a:spcBef>
              <a:spcAft>
                <a:spcPts val="0"/>
              </a:spcAft>
              <a:buClr>
                <a:schemeClr val="lt1"/>
              </a:buClr>
              <a:buSzPts val="1400"/>
              <a:buFont typeface="Arial"/>
              <a:buNone/>
              <a:defRPr sz="1400"/>
            </a:lvl3pPr>
            <a:lvl4pPr indent="-228600" lvl="3" marL="1828800" algn="l">
              <a:lnSpc>
                <a:spcPct val="100000"/>
              </a:lnSpc>
              <a:spcBef>
                <a:spcPts val="0"/>
              </a:spcBef>
              <a:spcAft>
                <a:spcPts val="0"/>
              </a:spcAft>
              <a:buClr>
                <a:schemeClr val="lt1"/>
              </a:buClr>
              <a:buSzPts val="1400"/>
              <a:buFont typeface="Arial"/>
              <a:buNone/>
              <a:defRPr sz="1400"/>
            </a:lvl4pPr>
            <a:lvl5pPr indent="-228600" lvl="4" marL="2286000" algn="l">
              <a:lnSpc>
                <a:spcPct val="100000"/>
              </a:lnSpc>
              <a:spcBef>
                <a:spcPts val="0"/>
              </a:spcBef>
              <a:spcAft>
                <a:spcPts val="0"/>
              </a:spcAft>
              <a:buClr>
                <a:schemeClr val="lt1"/>
              </a:buClr>
              <a:buSzPts val="1400"/>
              <a:buFont typeface="Arial"/>
              <a:buNone/>
              <a:defRPr sz="1400"/>
            </a:lvl5pPr>
            <a:lvl6pPr indent="-228600" lvl="5" marL="2743200" algn="l">
              <a:lnSpc>
                <a:spcPct val="100000"/>
              </a:lnSpc>
              <a:spcBef>
                <a:spcPts val="0"/>
              </a:spcBef>
              <a:spcAft>
                <a:spcPts val="0"/>
              </a:spcAft>
              <a:buClr>
                <a:schemeClr val="lt1"/>
              </a:buClr>
              <a:buSzPts val="1400"/>
              <a:buFont typeface="Arial"/>
              <a:buNone/>
              <a:defRPr sz="1400"/>
            </a:lvl6pPr>
            <a:lvl7pPr indent="-228600" lvl="6" marL="3200400" algn="l">
              <a:lnSpc>
                <a:spcPct val="100000"/>
              </a:lnSpc>
              <a:spcBef>
                <a:spcPts val="0"/>
              </a:spcBef>
              <a:spcAft>
                <a:spcPts val="0"/>
              </a:spcAft>
              <a:buClr>
                <a:schemeClr val="lt1"/>
              </a:buClr>
              <a:buSzPts val="1400"/>
              <a:buFont typeface="Arial"/>
              <a:buNone/>
              <a:defRPr sz="1400"/>
            </a:lvl7pPr>
            <a:lvl8pPr indent="-228600" lvl="7" marL="3657600" algn="l">
              <a:lnSpc>
                <a:spcPct val="100000"/>
              </a:lnSpc>
              <a:spcBef>
                <a:spcPts val="0"/>
              </a:spcBef>
              <a:spcAft>
                <a:spcPts val="0"/>
              </a:spcAft>
              <a:buClr>
                <a:schemeClr val="lt1"/>
              </a:buClr>
              <a:buSzPts val="1400"/>
              <a:buFont typeface="Arial"/>
              <a:buNone/>
              <a:defRPr sz="1400"/>
            </a:lvl8pPr>
            <a:lvl9pPr indent="-228600" lvl="8" marL="4114800" algn="l">
              <a:lnSpc>
                <a:spcPct val="100000"/>
              </a:lnSpc>
              <a:spcBef>
                <a:spcPts val="0"/>
              </a:spcBef>
              <a:spcAft>
                <a:spcPts val="0"/>
              </a:spcAft>
              <a:buClr>
                <a:schemeClr val="lt1"/>
              </a:buClr>
              <a:buSzPts val="1400"/>
              <a:buFont typeface="Arial"/>
              <a:buNone/>
              <a:defRPr sz="1400"/>
            </a:lvl9pPr>
          </a:lstStyle>
          <a:p/>
        </p:txBody>
      </p:sp>
      <p:sp>
        <p:nvSpPr>
          <p:cNvPr id="177" name="Google Shape;177;p37"/>
          <p:cNvSpPr txBox="1"/>
          <p:nvPr>
            <p:ph idx="2" type="body"/>
          </p:nvPr>
        </p:nvSpPr>
        <p:spPr>
          <a:xfrm>
            <a:off x="1310456" y="3501656"/>
            <a:ext cx="2651760" cy="914400"/>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0"/>
              </a:spcBef>
              <a:spcAft>
                <a:spcPts val="0"/>
              </a:spcAft>
              <a:buClr>
                <a:schemeClr val="lt1"/>
              </a:buClr>
              <a:buSzPts val="1600"/>
              <a:buFont typeface="Arial"/>
              <a:buNone/>
              <a:defRPr b="1" sz="1600"/>
            </a:lvl1pPr>
            <a:lvl2pPr indent="-228600" lvl="1" marL="914400" algn="r">
              <a:lnSpc>
                <a:spcPct val="100000"/>
              </a:lnSpc>
              <a:spcBef>
                <a:spcPts val="0"/>
              </a:spcBef>
              <a:spcAft>
                <a:spcPts val="0"/>
              </a:spcAft>
              <a:buClr>
                <a:schemeClr val="lt1"/>
              </a:buClr>
              <a:buSzPts val="1400"/>
              <a:buFont typeface="Arial"/>
              <a:buNone/>
              <a:defRPr sz="1400"/>
            </a:lvl2pPr>
            <a:lvl3pPr indent="-228600" lvl="2" marL="1371600" algn="r">
              <a:lnSpc>
                <a:spcPct val="100000"/>
              </a:lnSpc>
              <a:spcBef>
                <a:spcPts val="0"/>
              </a:spcBef>
              <a:spcAft>
                <a:spcPts val="0"/>
              </a:spcAft>
              <a:buClr>
                <a:schemeClr val="lt1"/>
              </a:buClr>
              <a:buSzPts val="1400"/>
              <a:buFont typeface="Arial"/>
              <a:buNone/>
              <a:defRPr sz="1400"/>
            </a:lvl3pPr>
            <a:lvl4pPr indent="-228600" lvl="3" marL="1828800" algn="l">
              <a:lnSpc>
                <a:spcPct val="100000"/>
              </a:lnSpc>
              <a:spcBef>
                <a:spcPts val="0"/>
              </a:spcBef>
              <a:spcAft>
                <a:spcPts val="0"/>
              </a:spcAft>
              <a:buClr>
                <a:schemeClr val="lt1"/>
              </a:buClr>
              <a:buSzPts val="1400"/>
              <a:buFont typeface="Arial"/>
              <a:buNone/>
              <a:defRPr sz="1400"/>
            </a:lvl4pPr>
            <a:lvl5pPr indent="-228600" lvl="4" marL="2286000" algn="l">
              <a:lnSpc>
                <a:spcPct val="100000"/>
              </a:lnSpc>
              <a:spcBef>
                <a:spcPts val="0"/>
              </a:spcBef>
              <a:spcAft>
                <a:spcPts val="0"/>
              </a:spcAft>
              <a:buClr>
                <a:schemeClr val="lt1"/>
              </a:buClr>
              <a:buSzPts val="1400"/>
              <a:buFont typeface="Arial"/>
              <a:buNone/>
              <a:defRPr sz="1400"/>
            </a:lvl5pPr>
            <a:lvl6pPr indent="-228600" lvl="5" marL="2743200" algn="l">
              <a:lnSpc>
                <a:spcPct val="100000"/>
              </a:lnSpc>
              <a:spcBef>
                <a:spcPts val="0"/>
              </a:spcBef>
              <a:spcAft>
                <a:spcPts val="0"/>
              </a:spcAft>
              <a:buClr>
                <a:schemeClr val="lt1"/>
              </a:buClr>
              <a:buSzPts val="1400"/>
              <a:buFont typeface="Arial"/>
              <a:buNone/>
              <a:defRPr sz="1400"/>
            </a:lvl6pPr>
            <a:lvl7pPr indent="-228600" lvl="6" marL="3200400" algn="l">
              <a:lnSpc>
                <a:spcPct val="100000"/>
              </a:lnSpc>
              <a:spcBef>
                <a:spcPts val="0"/>
              </a:spcBef>
              <a:spcAft>
                <a:spcPts val="0"/>
              </a:spcAft>
              <a:buClr>
                <a:schemeClr val="lt1"/>
              </a:buClr>
              <a:buSzPts val="1400"/>
              <a:buFont typeface="Arial"/>
              <a:buNone/>
              <a:defRPr sz="1400"/>
            </a:lvl7pPr>
            <a:lvl8pPr indent="-228600" lvl="7" marL="3657600" algn="l">
              <a:lnSpc>
                <a:spcPct val="100000"/>
              </a:lnSpc>
              <a:spcBef>
                <a:spcPts val="0"/>
              </a:spcBef>
              <a:spcAft>
                <a:spcPts val="0"/>
              </a:spcAft>
              <a:buClr>
                <a:schemeClr val="lt1"/>
              </a:buClr>
              <a:buSzPts val="1400"/>
              <a:buFont typeface="Arial"/>
              <a:buNone/>
              <a:defRPr sz="1400"/>
            </a:lvl8pPr>
            <a:lvl9pPr indent="-228600" lvl="8" marL="4114800" algn="l">
              <a:lnSpc>
                <a:spcPct val="100000"/>
              </a:lnSpc>
              <a:spcBef>
                <a:spcPts val="0"/>
              </a:spcBef>
              <a:spcAft>
                <a:spcPts val="0"/>
              </a:spcAft>
              <a:buClr>
                <a:schemeClr val="lt1"/>
              </a:buClr>
              <a:buSzPts val="1400"/>
              <a:buFont typeface="Arial"/>
              <a:buNone/>
              <a:defRPr sz="1400"/>
            </a:lvl9pPr>
          </a:lstStyle>
          <a:p/>
        </p:txBody>
      </p:sp>
      <p:sp>
        <p:nvSpPr>
          <p:cNvPr id="178" name="Google Shape;178;p37"/>
          <p:cNvSpPr txBox="1"/>
          <p:nvPr>
            <p:ph idx="3" type="body"/>
          </p:nvPr>
        </p:nvSpPr>
        <p:spPr>
          <a:xfrm>
            <a:off x="1310456" y="4991632"/>
            <a:ext cx="2651760" cy="914400"/>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0"/>
              </a:spcBef>
              <a:spcAft>
                <a:spcPts val="0"/>
              </a:spcAft>
              <a:buClr>
                <a:schemeClr val="lt1"/>
              </a:buClr>
              <a:buSzPts val="1600"/>
              <a:buFont typeface="Arial"/>
              <a:buNone/>
              <a:defRPr b="1" sz="1600"/>
            </a:lvl1pPr>
            <a:lvl2pPr indent="-228600" lvl="1" marL="914400" algn="r">
              <a:lnSpc>
                <a:spcPct val="100000"/>
              </a:lnSpc>
              <a:spcBef>
                <a:spcPts val="0"/>
              </a:spcBef>
              <a:spcAft>
                <a:spcPts val="0"/>
              </a:spcAft>
              <a:buClr>
                <a:schemeClr val="lt1"/>
              </a:buClr>
              <a:buSzPts val="1400"/>
              <a:buFont typeface="Arial"/>
              <a:buNone/>
              <a:defRPr sz="1400"/>
            </a:lvl2pPr>
            <a:lvl3pPr indent="-228600" lvl="2" marL="1371600" algn="r">
              <a:lnSpc>
                <a:spcPct val="100000"/>
              </a:lnSpc>
              <a:spcBef>
                <a:spcPts val="0"/>
              </a:spcBef>
              <a:spcAft>
                <a:spcPts val="0"/>
              </a:spcAft>
              <a:buClr>
                <a:schemeClr val="lt1"/>
              </a:buClr>
              <a:buSzPts val="1400"/>
              <a:buFont typeface="Arial"/>
              <a:buNone/>
              <a:defRPr sz="1400"/>
            </a:lvl3pPr>
            <a:lvl4pPr indent="-228600" lvl="3" marL="1828800" algn="l">
              <a:lnSpc>
                <a:spcPct val="100000"/>
              </a:lnSpc>
              <a:spcBef>
                <a:spcPts val="0"/>
              </a:spcBef>
              <a:spcAft>
                <a:spcPts val="0"/>
              </a:spcAft>
              <a:buClr>
                <a:schemeClr val="lt1"/>
              </a:buClr>
              <a:buSzPts val="1400"/>
              <a:buFont typeface="Arial"/>
              <a:buNone/>
              <a:defRPr sz="1400"/>
            </a:lvl4pPr>
            <a:lvl5pPr indent="-228600" lvl="4" marL="2286000" algn="l">
              <a:lnSpc>
                <a:spcPct val="100000"/>
              </a:lnSpc>
              <a:spcBef>
                <a:spcPts val="0"/>
              </a:spcBef>
              <a:spcAft>
                <a:spcPts val="0"/>
              </a:spcAft>
              <a:buClr>
                <a:schemeClr val="lt1"/>
              </a:buClr>
              <a:buSzPts val="1400"/>
              <a:buFont typeface="Arial"/>
              <a:buNone/>
              <a:defRPr sz="1400"/>
            </a:lvl5pPr>
            <a:lvl6pPr indent="-228600" lvl="5" marL="2743200" algn="l">
              <a:lnSpc>
                <a:spcPct val="100000"/>
              </a:lnSpc>
              <a:spcBef>
                <a:spcPts val="0"/>
              </a:spcBef>
              <a:spcAft>
                <a:spcPts val="0"/>
              </a:spcAft>
              <a:buClr>
                <a:schemeClr val="lt1"/>
              </a:buClr>
              <a:buSzPts val="1400"/>
              <a:buFont typeface="Arial"/>
              <a:buNone/>
              <a:defRPr sz="1400"/>
            </a:lvl6pPr>
            <a:lvl7pPr indent="-228600" lvl="6" marL="3200400" algn="l">
              <a:lnSpc>
                <a:spcPct val="100000"/>
              </a:lnSpc>
              <a:spcBef>
                <a:spcPts val="0"/>
              </a:spcBef>
              <a:spcAft>
                <a:spcPts val="0"/>
              </a:spcAft>
              <a:buClr>
                <a:schemeClr val="lt1"/>
              </a:buClr>
              <a:buSzPts val="1400"/>
              <a:buFont typeface="Arial"/>
              <a:buNone/>
              <a:defRPr sz="1400"/>
            </a:lvl7pPr>
            <a:lvl8pPr indent="-228600" lvl="7" marL="3657600" algn="l">
              <a:lnSpc>
                <a:spcPct val="100000"/>
              </a:lnSpc>
              <a:spcBef>
                <a:spcPts val="0"/>
              </a:spcBef>
              <a:spcAft>
                <a:spcPts val="0"/>
              </a:spcAft>
              <a:buClr>
                <a:schemeClr val="lt1"/>
              </a:buClr>
              <a:buSzPts val="1400"/>
              <a:buFont typeface="Arial"/>
              <a:buNone/>
              <a:defRPr sz="1400"/>
            </a:lvl8pPr>
            <a:lvl9pPr indent="-228600" lvl="8" marL="4114800" algn="l">
              <a:lnSpc>
                <a:spcPct val="100000"/>
              </a:lnSpc>
              <a:spcBef>
                <a:spcPts val="0"/>
              </a:spcBef>
              <a:spcAft>
                <a:spcPts val="0"/>
              </a:spcAft>
              <a:buClr>
                <a:schemeClr val="lt1"/>
              </a:buClr>
              <a:buSzPts val="1400"/>
              <a:buFont typeface="Arial"/>
              <a:buNone/>
              <a:defRPr sz="1400"/>
            </a:lvl9pPr>
          </a:lstStyle>
          <a:p/>
        </p:txBody>
      </p:sp>
      <p:sp>
        <p:nvSpPr>
          <p:cNvPr id="179" name="Google Shape;179;p37"/>
          <p:cNvSpPr txBox="1"/>
          <p:nvPr>
            <p:ph idx="4" type="body"/>
          </p:nvPr>
        </p:nvSpPr>
        <p:spPr>
          <a:xfrm>
            <a:off x="8281591" y="2011680"/>
            <a:ext cx="265176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1600"/>
              <a:buFont typeface="Arial"/>
              <a:buNone/>
              <a:defRPr b="1" sz="1600"/>
            </a:lvl1pPr>
            <a:lvl2pPr indent="-228600" lvl="1" marL="914400" algn="l">
              <a:lnSpc>
                <a:spcPct val="100000"/>
              </a:lnSpc>
              <a:spcBef>
                <a:spcPts val="0"/>
              </a:spcBef>
              <a:spcAft>
                <a:spcPts val="0"/>
              </a:spcAft>
              <a:buClr>
                <a:schemeClr val="lt1"/>
              </a:buClr>
              <a:buSzPts val="1400"/>
              <a:buFont typeface="Arial"/>
              <a:buNone/>
              <a:defRPr sz="1400"/>
            </a:lvl2pPr>
            <a:lvl3pPr indent="-228600" lvl="2" marL="1371600" algn="l">
              <a:lnSpc>
                <a:spcPct val="100000"/>
              </a:lnSpc>
              <a:spcBef>
                <a:spcPts val="0"/>
              </a:spcBef>
              <a:spcAft>
                <a:spcPts val="0"/>
              </a:spcAft>
              <a:buClr>
                <a:schemeClr val="lt1"/>
              </a:buClr>
              <a:buSzPts val="1400"/>
              <a:buFont typeface="Arial"/>
              <a:buNone/>
              <a:defRPr sz="1400"/>
            </a:lvl3pPr>
            <a:lvl4pPr indent="-228600" lvl="3" marL="1828800" algn="l">
              <a:lnSpc>
                <a:spcPct val="100000"/>
              </a:lnSpc>
              <a:spcBef>
                <a:spcPts val="0"/>
              </a:spcBef>
              <a:spcAft>
                <a:spcPts val="0"/>
              </a:spcAft>
              <a:buClr>
                <a:schemeClr val="lt1"/>
              </a:buClr>
              <a:buSzPts val="1400"/>
              <a:buFont typeface="Arial"/>
              <a:buNone/>
              <a:defRPr sz="1400"/>
            </a:lvl4pPr>
            <a:lvl5pPr indent="-228600" lvl="4" marL="2286000" algn="l">
              <a:lnSpc>
                <a:spcPct val="100000"/>
              </a:lnSpc>
              <a:spcBef>
                <a:spcPts val="0"/>
              </a:spcBef>
              <a:spcAft>
                <a:spcPts val="0"/>
              </a:spcAft>
              <a:buClr>
                <a:schemeClr val="lt1"/>
              </a:buClr>
              <a:buSzPts val="1400"/>
              <a:buFont typeface="Arial"/>
              <a:buNone/>
              <a:defRPr sz="1400"/>
            </a:lvl5pPr>
            <a:lvl6pPr indent="-228600" lvl="5" marL="2743200" algn="l">
              <a:lnSpc>
                <a:spcPct val="100000"/>
              </a:lnSpc>
              <a:spcBef>
                <a:spcPts val="0"/>
              </a:spcBef>
              <a:spcAft>
                <a:spcPts val="0"/>
              </a:spcAft>
              <a:buClr>
                <a:schemeClr val="lt1"/>
              </a:buClr>
              <a:buSzPts val="1400"/>
              <a:buFont typeface="Arial"/>
              <a:buNone/>
              <a:defRPr sz="1400"/>
            </a:lvl6pPr>
            <a:lvl7pPr indent="-228600" lvl="6" marL="3200400" algn="l">
              <a:lnSpc>
                <a:spcPct val="100000"/>
              </a:lnSpc>
              <a:spcBef>
                <a:spcPts val="0"/>
              </a:spcBef>
              <a:spcAft>
                <a:spcPts val="0"/>
              </a:spcAft>
              <a:buClr>
                <a:schemeClr val="lt1"/>
              </a:buClr>
              <a:buSzPts val="1400"/>
              <a:buFont typeface="Arial"/>
              <a:buNone/>
              <a:defRPr sz="1400"/>
            </a:lvl7pPr>
            <a:lvl8pPr indent="-228600" lvl="7" marL="3657600" algn="l">
              <a:lnSpc>
                <a:spcPct val="100000"/>
              </a:lnSpc>
              <a:spcBef>
                <a:spcPts val="0"/>
              </a:spcBef>
              <a:spcAft>
                <a:spcPts val="0"/>
              </a:spcAft>
              <a:buClr>
                <a:schemeClr val="lt1"/>
              </a:buClr>
              <a:buSzPts val="1400"/>
              <a:buFont typeface="Arial"/>
              <a:buNone/>
              <a:defRPr sz="1400"/>
            </a:lvl8pPr>
            <a:lvl9pPr indent="-228600" lvl="8" marL="4114800" algn="l">
              <a:lnSpc>
                <a:spcPct val="100000"/>
              </a:lnSpc>
              <a:spcBef>
                <a:spcPts val="0"/>
              </a:spcBef>
              <a:spcAft>
                <a:spcPts val="0"/>
              </a:spcAft>
              <a:buClr>
                <a:schemeClr val="lt1"/>
              </a:buClr>
              <a:buSzPts val="1400"/>
              <a:buFont typeface="Arial"/>
              <a:buNone/>
              <a:defRPr sz="1400"/>
            </a:lvl9pPr>
          </a:lstStyle>
          <a:p/>
        </p:txBody>
      </p:sp>
      <p:sp>
        <p:nvSpPr>
          <p:cNvPr id="180" name="Google Shape;180;p37"/>
          <p:cNvSpPr txBox="1"/>
          <p:nvPr>
            <p:ph idx="5" type="body"/>
          </p:nvPr>
        </p:nvSpPr>
        <p:spPr>
          <a:xfrm>
            <a:off x="8265532" y="3501656"/>
            <a:ext cx="265176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1600"/>
              <a:buFont typeface="Arial"/>
              <a:buNone/>
              <a:defRPr b="1" sz="1600"/>
            </a:lvl1pPr>
            <a:lvl2pPr indent="-228600" lvl="1" marL="914400" algn="l">
              <a:lnSpc>
                <a:spcPct val="100000"/>
              </a:lnSpc>
              <a:spcBef>
                <a:spcPts val="0"/>
              </a:spcBef>
              <a:spcAft>
                <a:spcPts val="0"/>
              </a:spcAft>
              <a:buClr>
                <a:schemeClr val="lt1"/>
              </a:buClr>
              <a:buSzPts val="1400"/>
              <a:buFont typeface="Arial"/>
              <a:buNone/>
              <a:defRPr sz="1400"/>
            </a:lvl2pPr>
            <a:lvl3pPr indent="-228600" lvl="2" marL="1371600" algn="l">
              <a:lnSpc>
                <a:spcPct val="100000"/>
              </a:lnSpc>
              <a:spcBef>
                <a:spcPts val="0"/>
              </a:spcBef>
              <a:spcAft>
                <a:spcPts val="0"/>
              </a:spcAft>
              <a:buClr>
                <a:schemeClr val="lt1"/>
              </a:buClr>
              <a:buSzPts val="1400"/>
              <a:buFont typeface="Arial"/>
              <a:buNone/>
              <a:defRPr sz="1400"/>
            </a:lvl3pPr>
            <a:lvl4pPr indent="-228600" lvl="3" marL="1828800" algn="l">
              <a:lnSpc>
                <a:spcPct val="100000"/>
              </a:lnSpc>
              <a:spcBef>
                <a:spcPts val="0"/>
              </a:spcBef>
              <a:spcAft>
                <a:spcPts val="0"/>
              </a:spcAft>
              <a:buClr>
                <a:schemeClr val="lt1"/>
              </a:buClr>
              <a:buSzPts val="1400"/>
              <a:buFont typeface="Arial"/>
              <a:buNone/>
              <a:defRPr sz="1400"/>
            </a:lvl4pPr>
            <a:lvl5pPr indent="-228600" lvl="4" marL="2286000" algn="l">
              <a:lnSpc>
                <a:spcPct val="100000"/>
              </a:lnSpc>
              <a:spcBef>
                <a:spcPts val="0"/>
              </a:spcBef>
              <a:spcAft>
                <a:spcPts val="0"/>
              </a:spcAft>
              <a:buClr>
                <a:schemeClr val="lt1"/>
              </a:buClr>
              <a:buSzPts val="1400"/>
              <a:buFont typeface="Arial"/>
              <a:buNone/>
              <a:defRPr sz="1400"/>
            </a:lvl5pPr>
            <a:lvl6pPr indent="-228600" lvl="5" marL="2743200" algn="l">
              <a:lnSpc>
                <a:spcPct val="100000"/>
              </a:lnSpc>
              <a:spcBef>
                <a:spcPts val="0"/>
              </a:spcBef>
              <a:spcAft>
                <a:spcPts val="0"/>
              </a:spcAft>
              <a:buClr>
                <a:schemeClr val="lt1"/>
              </a:buClr>
              <a:buSzPts val="1400"/>
              <a:buFont typeface="Arial"/>
              <a:buNone/>
              <a:defRPr sz="1400"/>
            </a:lvl6pPr>
            <a:lvl7pPr indent="-228600" lvl="6" marL="3200400" algn="l">
              <a:lnSpc>
                <a:spcPct val="100000"/>
              </a:lnSpc>
              <a:spcBef>
                <a:spcPts val="0"/>
              </a:spcBef>
              <a:spcAft>
                <a:spcPts val="0"/>
              </a:spcAft>
              <a:buClr>
                <a:schemeClr val="lt1"/>
              </a:buClr>
              <a:buSzPts val="1400"/>
              <a:buFont typeface="Arial"/>
              <a:buNone/>
              <a:defRPr sz="1400"/>
            </a:lvl7pPr>
            <a:lvl8pPr indent="-228600" lvl="7" marL="3657600" algn="l">
              <a:lnSpc>
                <a:spcPct val="100000"/>
              </a:lnSpc>
              <a:spcBef>
                <a:spcPts val="0"/>
              </a:spcBef>
              <a:spcAft>
                <a:spcPts val="0"/>
              </a:spcAft>
              <a:buClr>
                <a:schemeClr val="lt1"/>
              </a:buClr>
              <a:buSzPts val="1400"/>
              <a:buFont typeface="Arial"/>
              <a:buNone/>
              <a:defRPr sz="1400"/>
            </a:lvl8pPr>
            <a:lvl9pPr indent="-228600" lvl="8" marL="4114800" algn="l">
              <a:lnSpc>
                <a:spcPct val="100000"/>
              </a:lnSpc>
              <a:spcBef>
                <a:spcPts val="0"/>
              </a:spcBef>
              <a:spcAft>
                <a:spcPts val="0"/>
              </a:spcAft>
              <a:buClr>
                <a:schemeClr val="lt1"/>
              </a:buClr>
              <a:buSzPts val="1400"/>
              <a:buFont typeface="Arial"/>
              <a:buNone/>
              <a:defRPr sz="1400"/>
            </a:lvl9pPr>
          </a:lstStyle>
          <a:p/>
        </p:txBody>
      </p:sp>
      <p:sp>
        <p:nvSpPr>
          <p:cNvPr id="181" name="Google Shape;181;p37"/>
          <p:cNvSpPr txBox="1"/>
          <p:nvPr>
            <p:ph idx="6" type="body"/>
          </p:nvPr>
        </p:nvSpPr>
        <p:spPr>
          <a:xfrm>
            <a:off x="8265532" y="4991632"/>
            <a:ext cx="265176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1600"/>
              <a:buFont typeface="Arial"/>
              <a:buNone/>
              <a:defRPr b="1" sz="1600"/>
            </a:lvl1pPr>
            <a:lvl2pPr indent="-228600" lvl="1" marL="914400" algn="l">
              <a:lnSpc>
                <a:spcPct val="100000"/>
              </a:lnSpc>
              <a:spcBef>
                <a:spcPts val="0"/>
              </a:spcBef>
              <a:spcAft>
                <a:spcPts val="0"/>
              </a:spcAft>
              <a:buClr>
                <a:schemeClr val="lt1"/>
              </a:buClr>
              <a:buSzPts val="1400"/>
              <a:buFont typeface="Arial"/>
              <a:buNone/>
              <a:defRPr sz="1400"/>
            </a:lvl2pPr>
            <a:lvl3pPr indent="-228600" lvl="2" marL="1371600" algn="l">
              <a:lnSpc>
                <a:spcPct val="100000"/>
              </a:lnSpc>
              <a:spcBef>
                <a:spcPts val="0"/>
              </a:spcBef>
              <a:spcAft>
                <a:spcPts val="0"/>
              </a:spcAft>
              <a:buClr>
                <a:schemeClr val="lt1"/>
              </a:buClr>
              <a:buSzPts val="1400"/>
              <a:buFont typeface="Arial"/>
              <a:buNone/>
              <a:defRPr sz="1400"/>
            </a:lvl3pPr>
            <a:lvl4pPr indent="-228600" lvl="3" marL="1828800" algn="l">
              <a:lnSpc>
                <a:spcPct val="100000"/>
              </a:lnSpc>
              <a:spcBef>
                <a:spcPts val="0"/>
              </a:spcBef>
              <a:spcAft>
                <a:spcPts val="0"/>
              </a:spcAft>
              <a:buClr>
                <a:schemeClr val="lt1"/>
              </a:buClr>
              <a:buSzPts val="1400"/>
              <a:buFont typeface="Arial"/>
              <a:buNone/>
              <a:defRPr sz="1400"/>
            </a:lvl4pPr>
            <a:lvl5pPr indent="-228600" lvl="4" marL="2286000" algn="l">
              <a:lnSpc>
                <a:spcPct val="100000"/>
              </a:lnSpc>
              <a:spcBef>
                <a:spcPts val="0"/>
              </a:spcBef>
              <a:spcAft>
                <a:spcPts val="0"/>
              </a:spcAft>
              <a:buClr>
                <a:schemeClr val="lt1"/>
              </a:buClr>
              <a:buSzPts val="1400"/>
              <a:buFont typeface="Arial"/>
              <a:buNone/>
              <a:defRPr sz="1400"/>
            </a:lvl5pPr>
            <a:lvl6pPr indent="-228600" lvl="5" marL="2743200" algn="l">
              <a:lnSpc>
                <a:spcPct val="100000"/>
              </a:lnSpc>
              <a:spcBef>
                <a:spcPts val="0"/>
              </a:spcBef>
              <a:spcAft>
                <a:spcPts val="0"/>
              </a:spcAft>
              <a:buClr>
                <a:schemeClr val="lt1"/>
              </a:buClr>
              <a:buSzPts val="1400"/>
              <a:buFont typeface="Arial"/>
              <a:buNone/>
              <a:defRPr sz="1400"/>
            </a:lvl6pPr>
            <a:lvl7pPr indent="-228600" lvl="6" marL="3200400" algn="l">
              <a:lnSpc>
                <a:spcPct val="100000"/>
              </a:lnSpc>
              <a:spcBef>
                <a:spcPts val="0"/>
              </a:spcBef>
              <a:spcAft>
                <a:spcPts val="0"/>
              </a:spcAft>
              <a:buClr>
                <a:schemeClr val="lt1"/>
              </a:buClr>
              <a:buSzPts val="1400"/>
              <a:buFont typeface="Arial"/>
              <a:buNone/>
              <a:defRPr sz="1400"/>
            </a:lvl7pPr>
            <a:lvl8pPr indent="-228600" lvl="7" marL="3657600" algn="l">
              <a:lnSpc>
                <a:spcPct val="100000"/>
              </a:lnSpc>
              <a:spcBef>
                <a:spcPts val="0"/>
              </a:spcBef>
              <a:spcAft>
                <a:spcPts val="0"/>
              </a:spcAft>
              <a:buClr>
                <a:schemeClr val="lt1"/>
              </a:buClr>
              <a:buSzPts val="1400"/>
              <a:buFont typeface="Arial"/>
              <a:buNone/>
              <a:defRPr sz="1400"/>
            </a:lvl8pPr>
            <a:lvl9pPr indent="-228600" lvl="8" marL="4114800" algn="l">
              <a:lnSpc>
                <a:spcPct val="100000"/>
              </a:lnSpc>
              <a:spcBef>
                <a:spcPts val="0"/>
              </a:spcBef>
              <a:spcAft>
                <a:spcPts val="0"/>
              </a:spcAft>
              <a:buClr>
                <a:schemeClr val="lt1"/>
              </a:buClr>
              <a:buSzPts val="1400"/>
              <a:buFont typeface="Arial"/>
              <a:buNone/>
              <a:defRPr sz="1400"/>
            </a:lvl9pPr>
          </a:lstStyle>
          <a:p/>
        </p:txBody>
      </p:sp>
      <p:sp>
        <p:nvSpPr>
          <p:cNvPr id="182" name="Google Shape;182;p37"/>
          <p:cNvSpPr txBox="1"/>
          <p:nvPr>
            <p:ph idx="7" type="body"/>
          </p:nvPr>
        </p:nvSpPr>
        <p:spPr>
          <a:xfrm>
            <a:off x="5414262" y="3429716"/>
            <a:ext cx="1370015" cy="9144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dk1"/>
              </a:buClr>
              <a:buSzPts val="1600"/>
              <a:buFont typeface="Arial"/>
              <a:buNone/>
              <a:defRPr b="1" sz="1600">
                <a:solidFill>
                  <a:schemeClr val="dk1"/>
                </a:solidFill>
              </a:defRPr>
            </a:lvl1pPr>
            <a:lvl2pPr indent="-228600" lvl="1" marL="914400" algn="ctr">
              <a:lnSpc>
                <a:spcPct val="100000"/>
              </a:lnSpc>
              <a:spcBef>
                <a:spcPts val="0"/>
              </a:spcBef>
              <a:spcAft>
                <a:spcPts val="0"/>
              </a:spcAft>
              <a:buClr>
                <a:schemeClr val="dk1"/>
              </a:buClr>
              <a:buSzPts val="1400"/>
              <a:buFont typeface="Arial"/>
              <a:buNone/>
              <a:defRPr sz="1400">
                <a:solidFill>
                  <a:schemeClr val="dk1"/>
                </a:solidFill>
              </a:defRPr>
            </a:lvl2pPr>
            <a:lvl3pPr indent="-228600" lvl="2" marL="1371600" algn="l">
              <a:lnSpc>
                <a:spcPct val="100000"/>
              </a:lnSpc>
              <a:spcBef>
                <a:spcPts val="0"/>
              </a:spcBef>
              <a:spcAft>
                <a:spcPts val="0"/>
              </a:spcAft>
              <a:buClr>
                <a:schemeClr val="dk1"/>
              </a:buClr>
              <a:buSzPts val="1400"/>
              <a:buFont typeface="Arial"/>
              <a:buNone/>
              <a:defRPr sz="1400">
                <a:solidFill>
                  <a:schemeClr val="dk1"/>
                </a:solidFill>
              </a:defRPr>
            </a:lvl3pPr>
            <a:lvl4pPr indent="-228600" lvl="3" marL="1828800" algn="l">
              <a:lnSpc>
                <a:spcPct val="100000"/>
              </a:lnSpc>
              <a:spcBef>
                <a:spcPts val="0"/>
              </a:spcBef>
              <a:spcAft>
                <a:spcPts val="0"/>
              </a:spcAft>
              <a:buClr>
                <a:schemeClr val="lt1"/>
              </a:buClr>
              <a:buSzPts val="1400"/>
              <a:buFont typeface="Arial"/>
              <a:buNone/>
              <a:defRPr sz="1400"/>
            </a:lvl4pPr>
            <a:lvl5pPr indent="-228600" lvl="4" marL="2286000" algn="l">
              <a:lnSpc>
                <a:spcPct val="100000"/>
              </a:lnSpc>
              <a:spcBef>
                <a:spcPts val="0"/>
              </a:spcBef>
              <a:spcAft>
                <a:spcPts val="0"/>
              </a:spcAft>
              <a:buClr>
                <a:schemeClr val="lt1"/>
              </a:buClr>
              <a:buSzPts val="1400"/>
              <a:buFont typeface="Arial"/>
              <a:buNone/>
              <a:defRPr sz="1400"/>
            </a:lvl5pPr>
            <a:lvl6pPr indent="-228600" lvl="5" marL="2743200" algn="l">
              <a:lnSpc>
                <a:spcPct val="100000"/>
              </a:lnSpc>
              <a:spcBef>
                <a:spcPts val="0"/>
              </a:spcBef>
              <a:spcAft>
                <a:spcPts val="0"/>
              </a:spcAft>
              <a:buClr>
                <a:schemeClr val="lt1"/>
              </a:buClr>
              <a:buSzPts val="1400"/>
              <a:buFont typeface="Arial"/>
              <a:buNone/>
              <a:defRPr sz="1400"/>
            </a:lvl6pPr>
            <a:lvl7pPr indent="-228600" lvl="6" marL="3200400" algn="l">
              <a:lnSpc>
                <a:spcPct val="100000"/>
              </a:lnSpc>
              <a:spcBef>
                <a:spcPts val="0"/>
              </a:spcBef>
              <a:spcAft>
                <a:spcPts val="0"/>
              </a:spcAft>
              <a:buClr>
                <a:schemeClr val="lt1"/>
              </a:buClr>
              <a:buSzPts val="1400"/>
              <a:buFont typeface="Arial"/>
              <a:buNone/>
              <a:defRPr sz="1400"/>
            </a:lvl7pPr>
            <a:lvl8pPr indent="-228600" lvl="7" marL="3657600" algn="l">
              <a:lnSpc>
                <a:spcPct val="100000"/>
              </a:lnSpc>
              <a:spcBef>
                <a:spcPts val="0"/>
              </a:spcBef>
              <a:spcAft>
                <a:spcPts val="0"/>
              </a:spcAft>
              <a:buClr>
                <a:schemeClr val="lt1"/>
              </a:buClr>
              <a:buSzPts val="1400"/>
              <a:buFont typeface="Arial"/>
              <a:buNone/>
              <a:defRPr sz="1400"/>
            </a:lvl8pPr>
            <a:lvl9pPr indent="-228600" lvl="8" marL="4114800" algn="l">
              <a:lnSpc>
                <a:spcPct val="100000"/>
              </a:lnSpc>
              <a:spcBef>
                <a:spcPts val="0"/>
              </a:spcBef>
              <a:spcAft>
                <a:spcPts val="0"/>
              </a:spcAft>
              <a:buClr>
                <a:schemeClr val="lt1"/>
              </a:buClr>
              <a:buSzPts val="1400"/>
              <a:buFont typeface="Arial"/>
              <a:buNone/>
              <a:defRPr sz="1400"/>
            </a:lvl9pPr>
          </a:lstStyle>
          <a:p/>
        </p:txBody>
      </p:sp>
      <p:sp>
        <p:nvSpPr>
          <p:cNvPr id="183" name="Google Shape;183;p37"/>
          <p:cNvSpPr txBox="1"/>
          <p:nvPr>
            <p:ph idx="8" type="body"/>
          </p:nvPr>
        </p:nvSpPr>
        <p:spPr>
          <a:xfrm>
            <a:off x="4795292" y="1485320"/>
            <a:ext cx="2601416" cy="526236"/>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600"/>
              <a:buFont typeface="Arial"/>
              <a:buNone/>
              <a:defRPr b="1" sz="1600">
                <a:solidFill>
                  <a:schemeClr val="lt1"/>
                </a:solidFill>
              </a:defRPr>
            </a:lvl1pPr>
            <a:lvl2pPr indent="-228600" lvl="1" marL="914400" algn="ctr">
              <a:lnSpc>
                <a:spcPct val="100000"/>
              </a:lnSpc>
              <a:spcBef>
                <a:spcPts val="0"/>
              </a:spcBef>
              <a:spcAft>
                <a:spcPts val="0"/>
              </a:spcAft>
              <a:buClr>
                <a:schemeClr val="lt1"/>
              </a:buClr>
              <a:buSzPts val="1400"/>
              <a:buFont typeface="Arial"/>
              <a:buNone/>
              <a:defRPr sz="1400">
                <a:solidFill>
                  <a:schemeClr val="lt1"/>
                </a:solidFill>
              </a:defRPr>
            </a:lvl2pPr>
            <a:lvl3pPr indent="-228600" lvl="2" marL="1371600" algn="l">
              <a:lnSpc>
                <a:spcPct val="100000"/>
              </a:lnSpc>
              <a:spcBef>
                <a:spcPts val="0"/>
              </a:spcBef>
              <a:spcAft>
                <a:spcPts val="0"/>
              </a:spcAft>
              <a:buClr>
                <a:schemeClr val="dk1"/>
              </a:buClr>
              <a:buSzPts val="1400"/>
              <a:buFont typeface="Arial"/>
              <a:buNone/>
              <a:defRPr sz="1400">
                <a:solidFill>
                  <a:schemeClr val="dk1"/>
                </a:solidFill>
              </a:defRPr>
            </a:lvl3pPr>
            <a:lvl4pPr indent="-228600" lvl="3" marL="1828800" algn="l">
              <a:lnSpc>
                <a:spcPct val="100000"/>
              </a:lnSpc>
              <a:spcBef>
                <a:spcPts val="0"/>
              </a:spcBef>
              <a:spcAft>
                <a:spcPts val="0"/>
              </a:spcAft>
              <a:buClr>
                <a:schemeClr val="lt1"/>
              </a:buClr>
              <a:buSzPts val="1400"/>
              <a:buFont typeface="Arial"/>
              <a:buNone/>
              <a:defRPr sz="1400"/>
            </a:lvl4pPr>
            <a:lvl5pPr indent="-228600" lvl="4" marL="2286000" algn="l">
              <a:lnSpc>
                <a:spcPct val="100000"/>
              </a:lnSpc>
              <a:spcBef>
                <a:spcPts val="0"/>
              </a:spcBef>
              <a:spcAft>
                <a:spcPts val="0"/>
              </a:spcAft>
              <a:buClr>
                <a:schemeClr val="lt1"/>
              </a:buClr>
              <a:buSzPts val="1400"/>
              <a:buFont typeface="Arial"/>
              <a:buNone/>
              <a:defRPr sz="1400"/>
            </a:lvl5pPr>
            <a:lvl6pPr indent="-228600" lvl="5" marL="2743200" algn="l">
              <a:lnSpc>
                <a:spcPct val="100000"/>
              </a:lnSpc>
              <a:spcBef>
                <a:spcPts val="0"/>
              </a:spcBef>
              <a:spcAft>
                <a:spcPts val="0"/>
              </a:spcAft>
              <a:buClr>
                <a:schemeClr val="lt1"/>
              </a:buClr>
              <a:buSzPts val="1400"/>
              <a:buFont typeface="Arial"/>
              <a:buNone/>
              <a:defRPr sz="1400"/>
            </a:lvl6pPr>
            <a:lvl7pPr indent="-228600" lvl="6" marL="3200400" algn="l">
              <a:lnSpc>
                <a:spcPct val="100000"/>
              </a:lnSpc>
              <a:spcBef>
                <a:spcPts val="0"/>
              </a:spcBef>
              <a:spcAft>
                <a:spcPts val="0"/>
              </a:spcAft>
              <a:buClr>
                <a:schemeClr val="lt1"/>
              </a:buClr>
              <a:buSzPts val="1400"/>
              <a:buFont typeface="Arial"/>
              <a:buNone/>
              <a:defRPr sz="1400"/>
            </a:lvl7pPr>
            <a:lvl8pPr indent="-228600" lvl="7" marL="3657600" algn="l">
              <a:lnSpc>
                <a:spcPct val="100000"/>
              </a:lnSpc>
              <a:spcBef>
                <a:spcPts val="0"/>
              </a:spcBef>
              <a:spcAft>
                <a:spcPts val="0"/>
              </a:spcAft>
              <a:buClr>
                <a:schemeClr val="lt1"/>
              </a:buClr>
              <a:buSzPts val="1400"/>
              <a:buFont typeface="Arial"/>
              <a:buNone/>
              <a:defRPr sz="1400"/>
            </a:lvl8pPr>
            <a:lvl9pPr indent="-228600" lvl="8" marL="4114800" algn="l">
              <a:lnSpc>
                <a:spcPct val="100000"/>
              </a:lnSpc>
              <a:spcBef>
                <a:spcPts val="0"/>
              </a:spcBef>
              <a:spcAft>
                <a:spcPts val="0"/>
              </a:spcAft>
              <a:buClr>
                <a:schemeClr val="lt1"/>
              </a:buClr>
              <a:buSzPts val="1400"/>
              <a:buFont typeface="Arial"/>
              <a:buNone/>
              <a:defRPr sz="1400"/>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3832">
          <p15:clr>
            <a:srgbClr val="FBAE40"/>
          </p15:clr>
        </p15:guide>
        <p15:guide id="2" orient="horz" pos="4148">
          <p15:clr>
            <a:srgbClr val="FBAE40"/>
          </p15:clr>
        </p15:guide>
        <p15:guide id="3" pos="5588">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matrix">
  <p:cSld name="White matrix">
    <p:spTree>
      <p:nvGrpSpPr>
        <p:cNvPr id="184" name="Shape 184"/>
        <p:cNvGrpSpPr/>
        <p:nvPr/>
      </p:nvGrpSpPr>
      <p:grpSpPr>
        <a:xfrm>
          <a:off x="0" y="0"/>
          <a:ext cx="0" cy="0"/>
          <a:chOff x="0" y="0"/>
          <a:chExt cx="0" cy="0"/>
        </a:xfrm>
      </p:grpSpPr>
      <p:sp>
        <p:nvSpPr>
          <p:cNvPr id="185" name="Google Shape;185;p38"/>
          <p:cNvSpPr/>
          <p:nvPr/>
        </p:nvSpPr>
        <p:spPr>
          <a:xfrm>
            <a:off x="8077011" y="3284426"/>
            <a:ext cx="2965622" cy="1309816"/>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800">
              <a:solidFill>
                <a:schemeClr val="lt1"/>
              </a:solidFill>
              <a:latin typeface="Arial"/>
              <a:ea typeface="Arial"/>
              <a:cs typeface="Arial"/>
              <a:sym typeface="Arial"/>
            </a:endParaRPr>
          </a:p>
        </p:txBody>
      </p:sp>
      <p:sp>
        <p:nvSpPr>
          <p:cNvPr id="186" name="Google Shape;186;p38"/>
          <p:cNvSpPr/>
          <p:nvPr/>
        </p:nvSpPr>
        <p:spPr>
          <a:xfrm>
            <a:off x="8077011" y="4791950"/>
            <a:ext cx="2965622" cy="1309816"/>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800">
              <a:solidFill>
                <a:schemeClr val="lt1"/>
              </a:solidFill>
              <a:latin typeface="Arial"/>
              <a:ea typeface="Arial"/>
              <a:cs typeface="Arial"/>
              <a:sym typeface="Arial"/>
            </a:endParaRPr>
          </a:p>
        </p:txBody>
      </p:sp>
      <p:sp>
        <p:nvSpPr>
          <p:cNvPr id="187" name="Google Shape;187;p38"/>
          <p:cNvSpPr/>
          <p:nvPr/>
        </p:nvSpPr>
        <p:spPr>
          <a:xfrm>
            <a:off x="8077011" y="1813972"/>
            <a:ext cx="2965622" cy="1309816"/>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800">
              <a:solidFill>
                <a:schemeClr val="lt1"/>
              </a:solidFill>
              <a:latin typeface="Arial"/>
              <a:ea typeface="Arial"/>
              <a:cs typeface="Arial"/>
              <a:sym typeface="Arial"/>
            </a:endParaRPr>
          </a:p>
        </p:txBody>
      </p:sp>
      <p:sp>
        <p:nvSpPr>
          <p:cNvPr id="188" name="Google Shape;188;p38"/>
          <p:cNvSpPr/>
          <p:nvPr/>
        </p:nvSpPr>
        <p:spPr>
          <a:xfrm>
            <a:off x="1169584" y="3284426"/>
            <a:ext cx="2965622" cy="1309816"/>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800">
              <a:solidFill>
                <a:schemeClr val="lt1"/>
              </a:solidFill>
              <a:latin typeface="Arial"/>
              <a:ea typeface="Arial"/>
              <a:cs typeface="Arial"/>
              <a:sym typeface="Arial"/>
            </a:endParaRPr>
          </a:p>
        </p:txBody>
      </p:sp>
      <p:sp>
        <p:nvSpPr>
          <p:cNvPr id="189" name="Google Shape;189;p38"/>
          <p:cNvSpPr/>
          <p:nvPr/>
        </p:nvSpPr>
        <p:spPr>
          <a:xfrm>
            <a:off x="1169584" y="4791950"/>
            <a:ext cx="2965622" cy="1309816"/>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800">
              <a:solidFill>
                <a:schemeClr val="lt1"/>
              </a:solidFill>
              <a:latin typeface="Arial"/>
              <a:ea typeface="Arial"/>
              <a:cs typeface="Arial"/>
              <a:sym typeface="Arial"/>
            </a:endParaRPr>
          </a:p>
        </p:txBody>
      </p:sp>
      <p:sp>
        <p:nvSpPr>
          <p:cNvPr id="190" name="Google Shape;190;p38"/>
          <p:cNvSpPr/>
          <p:nvPr/>
        </p:nvSpPr>
        <p:spPr>
          <a:xfrm>
            <a:off x="1169584" y="1813972"/>
            <a:ext cx="2965622" cy="1309816"/>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800">
              <a:solidFill>
                <a:schemeClr val="lt1"/>
              </a:solidFill>
              <a:latin typeface="Arial"/>
              <a:ea typeface="Arial"/>
              <a:cs typeface="Arial"/>
              <a:sym typeface="Arial"/>
            </a:endParaRPr>
          </a:p>
        </p:txBody>
      </p:sp>
      <p:sp>
        <p:nvSpPr>
          <p:cNvPr id="191" name="Google Shape;191;p38"/>
          <p:cNvSpPr txBox="1"/>
          <p:nvPr>
            <p:ph type="title"/>
          </p:nvPr>
        </p:nvSpPr>
        <p:spPr>
          <a:xfrm>
            <a:off x="365760" y="365760"/>
            <a:ext cx="11457432"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p38"/>
          <p:cNvSpPr/>
          <p:nvPr/>
        </p:nvSpPr>
        <p:spPr>
          <a:xfrm>
            <a:off x="5266397" y="3054045"/>
            <a:ext cx="1665744" cy="1665742"/>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800">
              <a:solidFill>
                <a:schemeClr val="dk1"/>
              </a:solidFill>
              <a:latin typeface="Arial"/>
              <a:ea typeface="Arial"/>
              <a:cs typeface="Arial"/>
              <a:sym typeface="Arial"/>
            </a:endParaRPr>
          </a:p>
        </p:txBody>
      </p:sp>
      <p:grpSp>
        <p:nvGrpSpPr>
          <p:cNvPr id="193" name="Google Shape;193;p38"/>
          <p:cNvGrpSpPr/>
          <p:nvPr/>
        </p:nvGrpSpPr>
        <p:grpSpPr>
          <a:xfrm>
            <a:off x="4276115" y="2272177"/>
            <a:ext cx="3634508" cy="3229764"/>
            <a:chOff x="4523760" y="2165131"/>
            <a:chExt cx="3139218" cy="3300132"/>
          </a:xfrm>
        </p:grpSpPr>
        <p:grpSp>
          <p:nvGrpSpPr>
            <p:cNvPr id="194" name="Google Shape;194;p38"/>
            <p:cNvGrpSpPr/>
            <p:nvPr/>
          </p:nvGrpSpPr>
          <p:grpSpPr>
            <a:xfrm rot="10800000">
              <a:off x="6616255" y="2165131"/>
              <a:ext cx="1046723" cy="3300132"/>
              <a:chOff x="5319301" y="2165131"/>
              <a:chExt cx="1046723" cy="3300132"/>
            </a:xfrm>
          </p:grpSpPr>
          <p:sp>
            <p:nvSpPr>
              <p:cNvPr id="195" name="Google Shape;195;p38"/>
              <p:cNvSpPr/>
              <p:nvPr/>
            </p:nvSpPr>
            <p:spPr>
              <a:xfrm>
                <a:off x="5319301" y="2165131"/>
                <a:ext cx="1046723" cy="735724"/>
              </a:xfrm>
              <a:custGeom>
                <a:rect b="b" l="l" r="r" t="t"/>
                <a:pathLst>
                  <a:path extrusionOk="0" h="735724" w="1114097">
                    <a:moveTo>
                      <a:pt x="0" y="0"/>
                    </a:moveTo>
                    <a:lnTo>
                      <a:pt x="609600" y="0"/>
                    </a:lnTo>
                    <a:lnTo>
                      <a:pt x="1114097" y="735724"/>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6" name="Google Shape;196;p38"/>
              <p:cNvSpPr/>
              <p:nvPr/>
            </p:nvSpPr>
            <p:spPr>
              <a:xfrm flipH="1" rot="10800000">
                <a:off x="5319301" y="4729539"/>
                <a:ext cx="1046723" cy="735724"/>
              </a:xfrm>
              <a:custGeom>
                <a:rect b="b" l="l" r="r" t="t"/>
                <a:pathLst>
                  <a:path extrusionOk="0" h="735724" w="1114097">
                    <a:moveTo>
                      <a:pt x="0" y="0"/>
                    </a:moveTo>
                    <a:lnTo>
                      <a:pt x="609600" y="0"/>
                    </a:lnTo>
                    <a:lnTo>
                      <a:pt x="1114097" y="735724"/>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197" name="Google Shape;197;p38"/>
            <p:cNvGrpSpPr/>
            <p:nvPr/>
          </p:nvGrpSpPr>
          <p:grpSpPr>
            <a:xfrm>
              <a:off x="4523760" y="2165131"/>
              <a:ext cx="3139218" cy="3300132"/>
              <a:chOff x="4523760" y="2165131"/>
              <a:chExt cx="3139218" cy="3300132"/>
            </a:xfrm>
          </p:grpSpPr>
          <p:sp>
            <p:nvSpPr>
              <p:cNvPr id="198" name="Google Shape;198;p38"/>
              <p:cNvSpPr/>
              <p:nvPr/>
            </p:nvSpPr>
            <p:spPr>
              <a:xfrm>
                <a:off x="4523760" y="2165131"/>
                <a:ext cx="1046723" cy="735724"/>
              </a:xfrm>
              <a:custGeom>
                <a:rect b="b" l="l" r="r" t="t"/>
                <a:pathLst>
                  <a:path extrusionOk="0" h="735724" w="1114097">
                    <a:moveTo>
                      <a:pt x="0" y="0"/>
                    </a:moveTo>
                    <a:lnTo>
                      <a:pt x="609600" y="0"/>
                    </a:lnTo>
                    <a:lnTo>
                      <a:pt x="1114097" y="735724"/>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9" name="Google Shape;199;p38"/>
              <p:cNvSpPr/>
              <p:nvPr/>
            </p:nvSpPr>
            <p:spPr>
              <a:xfrm flipH="1" rot="10800000">
                <a:off x="4523760" y="4729539"/>
                <a:ext cx="1046723" cy="735724"/>
              </a:xfrm>
              <a:custGeom>
                <a:rect b="b" l="l" r="r" t="t"/>
                <a:pathLst>
                  <a:path extrusionOk="0" h="735724" w="1114097">
                    <a:moveTo>
                      <a:pt x="0" y="0"/>
                    </a:moveTo>
                    <a:lnTo>
                      <a:pt x="609600" y="0"/>
                    </a:lnTo>
                    <a:lnTo>
                      <a:pt x="1114097" y="735724"/>
                    </a:lnTo>
                  </a:path>
                </a:pathLst>
              </a:cu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00" name="Google Shape;200;p38"/>
              <p:cNvGrpSpPr/>
              <p:nvPr/>
            </p:nvGrpSpPr>
            <p:grpSpPr>
              <a:xfrm>
                <a:off x="4523760" y="3772576"/>
                <a:ext cx="3139218" cy="0"/>
                <a:chOff x="4523760" y="3772576"/>
                <a:chExt cx="3139218" cy="0"/>
              </a:xfrm>
            </p:grpSpPr>
            <p:cxnSp>
              <p:nvCxnSpPr>
                <p:cNvPr id="201" name="Google Shape;201;p38"/>
                <p:cNvCxnSpPr/>
                <p:nvPr/>
              </p:nvCxnSpPr>
              <p:spPr>
                <a:xfrm rot="10800000">
                  <a:off x="4523760" y="3772576"/>
                  <a:ext cx="496163" cy="0"/>
                </a:xfrm>
                <a:prstGeom prst="straightConnector1">
                  <a:avLst/>
                </a:prstGeom>
                <a:noFill/>
                <a:ln cap="flat" cmpd="sng" w="12700">
                  <a:solidFill>
                    <a:schemeClr val="dk1"/>
                  </a:solidFill>
                  <a:prstDash val="solid"/>
                  <a:round/>
                  <a:headEnd len="sm" w="sm" type="none"/>
                  <a:tailEnd len="sm" w="sm" type="none"/>
                </a:ln>
              </p:spPr>
            </p:cxnSp>
            <p:cxnSp>
              <p:nvCxnSpPr>
                <p:cNvPr id="202" name="Google Shape;202;p38"/>
                <p:cNvCxnSpPr/>
                <p:nvPr/>
              </p:nvCxnSpPr>
              <p:spPr>
                <a:xfrm rot="10800000">
                  <a:off x="7166815" y="3772576"/>
                  <a:ext cx="496163" cy="0"/>
                </a:xfrm>
                <a:prstGeom prst="straightConnector1">
                  <a:avLst/>
                </a:prstGeom>
                <a:noFill/>
                <a:ln cap="flat" cmpd="sng" w="12700">
                  <a:solidFill>
                    <a:schemeClr val="dk1"/>
                  </a:solidFill>
                  <a:prstDash val="solid"/>
                  <a:round/>
                  <a:headEnd len="sm" w="sm" type="none"/>
                  <a:tailEnd len="sm" w="sm" type="none"/>
                </a:ln>
              </p:spPr>
            </p:cxnSp>
          </p:grpSp>
        </p:grpSp>
      </p:grpSp>
      <p:sp>
        <p:nvSpPr>
          <p:cNvPr id="203" name="Google Shape;203;p38"/>
          <p:cNvSpPr txBox="1"/>
          <p:nvPr>
            <p:ph idx="1" type="body"/>
          </p:nvPr>
        </p:nvSpPr>
        <p:spPr>
          <a:xfrm>
            <a:off x="1326515" y="2011680"/>
            <a:ext cx="2651760" cy="914400"/>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0"/>
              </a:spcBef>
              <a:spcAft>
                <a:spcPts val="0"/>
              </a:spcAft>
              <a:buClr>
                <a:schemeClr val="dk1"/>
              </a:buClr>
              <a:buSzPts val="1600"/>
              <a:buFont typeface="Arial"/>
              <a:buNone/>
              <a:defRPr b="1" sz="1600"/>
            </a:lvl1pPr>
            <a:lvl2pPr indent="-228600" lvl="1" marL="914400" algn="r">
              <a:lnSpc>
                <a:spcPct val="100000"/>
              </a:lnSpc>
              <a:spcBef>
                <a:spcPts val="0"/>
              </a:spcBef>
              <a:spcAft>
                <a:spcPts val="0"/>
              </a:spcAft>
              <a:buClr>
                <a:schemeClr val="dk1"/>
              </a:buClr>
              <a:buSzPts val="1400"/>
              <a:buFont typeface="Arial"/>
              <a:buNone/>
              <a:defRPr sz="1400"/>
            </a:lvl2pPr>
            <a:lvl3pPr indent="-228600" lvl="2" marL="1371600" algn="r">
              <a:lnSpc>
                <a:spcPct val="100000"/>
              </a:lnSpc>
              <a:spcBef>
                <a:spcPts val="0"/>
              </a:spcBef>
              <a:spcAft>
                <a:spcPts val="0"/>
              </a:spcAft>
              <a:buClr>
                <a:schemeClr val="dk1"/>
              </a:buClr>
              <a:buSzPts val="1400"/>
              <a:buFont typeface="Arial"/>
              <a:buNone/>
              <a:defRPr sz="1400"/>
            </a:lvl3pPr>
            <a:lvl4pPr indent="-228600" lvl="3" marL="1828800" algn="l">
              <a:lnSpc>
                <a:spcPct val="100000"/>
              </a:lnSpc>
              <a:spcBef>
                <a:spcPts val="0"/>
              </a:spcBef>
              <a:spcAft>
                <a:spcPts val="0"/>
              </a:spcAft>
              <a:buClr>
                <a:schemeClr val="dk1"/>
              </a:buClr>
              <a:buSzPts val="1400"/>
              <a:buFont typeface="Arial"/>
              <a:buNone/>
              <a:defRPr sz="1400"/>
            </a:lvl4pPr>
            <a:lvl5pPr indent="-228600" lvl="4" marL="2286000" algn="l">
              <a:lnSpc>
                <a:spcPct val="100000"/>
              </a:lnSpc>
              <a:spcBef>
                <a:spcPts val="0"/>
              </a:spcBef>
              <a:spcAft>
                <a:spcPts val="0"/>
              </a:spcAft>
              <a:buClr>
                <a:schemeClr val="dk1"/>
              </a:buClr>
              <a:buSzPts val="1400"/>
              <a:buFont typeface="Arial"/>
              <a:buNone/>
              <a:defRPr sz="1400"/>
            </a:lvl5pPr>
            <a:lvl6pPr indent="-228600" lvl="5" marL="2743200" algn="l">
              <a:lnSpc>
                <a:spcPct val="100000"/>
              </a:lnSpc>
              <a:spcBef>
                <a:spcPts val="0"/>
              </a:spcBef>
              <a:spcAft>
                <a:spcPts val="0"/>
              </a:spcAft>
              <a:buClr>
                <a:schemeClr val="dk1"/>
              </a:buClr>
              <a:buSzPts val="1400"/>
              <a:buFont typeface="Arial"/>
              <a:buNone/>
              <a:defRPr sz="1400"/>
            </a:lvl6pPr>
            <a:lvl7pPr indent="-228600" lvl="6" marL="3200400" algn="l">
              <a:lnSpc>
                <a:spcPct val="100000"/>
              </a:lnSpc>
              <a:spcBef>
                <a:spcPts val="0"/>
              </a:spcBef>
              <a:spcAft>
                <a:spcPts val="0"/>
              </a:spcAft>
              <a:buClr>
                <a:schemeClr val="dk1"/>
              </a:buClr>
              <a:buSzPts val="1400"/>
              <a:buFont typeface="Arial"/>
              <a:buNone/>
              <a:defRPr sz="1400"/>
            </a:lvl7pPr>
            <a:lvl8pPr indent="-228600" lvl="7" marL="3657600" algn="l">
              <a:lnSpc>
                <a:spcPct val="100000"/>
              </a:lnSpc>
              <a:spcBef>
                <a:spcPts val="0"/>
              </a:spcBef>
              <a:spcAft>
                <a:spcPts val="0"/>
              </a:spcAft>
              <a:buClr>
                <a:schemeClr val="dk1"/>
              </a:buClr>
              <a:buSzPts val="1400"/>
              <a:buFont typeface="Arial"/>
              <a:buNone/>
              <a:defRPr sz="1400"/>
            </a:lvl8pPr>
            <a:lvl9pPr indent="-228600" lvl="8" marL="4114800" algn="l">
              <a:lnSpc>
                <a:spcPct val="100000"/>
              </a:lnSpc>
              <a:spcBef>
                <a:spcPts val="0"/>
              </a:spcBef>
              <a:spcAft>
                <a:spcPts val="0"/>
              </a:spcAft>
              <a:buClr>
                <a:schemeClr val="dk1"/>
              </a:buClr>
              <a:buSzPts val="1400"/>
              <a:buFont typeface="Arial"/>
              <a:buNone/>
              <a:defRPr sz="1400"/>
            </a:lvl9pPr>
          </a:lstStyle>
          <a:p/>
        </p:txBody>
      </p:sp>
      <p:sp>
        <p:nvSpPr>
          <p:cNvPr id="204" name="Google Shape;204;p38"/>
          <p:cNvSpPr txBox="1"/>
          <p:nvPr>
            <p:ph idx="2" type="body"/>
          </p:nvPr>
        </p:nvSpPr>
        <p:spPr>
          <a:xfrm>
            <a:off x="1310456" y="3501656"/>
            <a:ext cx="2651760" cy="914400"/>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0"/>
              </a:spcBef>
              <a:spcAft>
                <a:spcPts val="0"/>
              </a:spcAft>
              <a:buClr>
                <a:schemeClr val="dk1"/>
              </a:buClr>
              <a:buSzPts val="1600"/>
              <a:buFont typeface="Arial"/>
              <a:buNone/>
              <a:defRPr b="1" sz="1600"/>
            </a:lvl1pPr>
            <a:lvl2pPr indent="-228600" lvl="1" marL="914400" algn="r">
              <a:lnSpc>
                <a:spcPct val="100000"/>
              </a:lnSpc>
              <a:spcBef>
                <a:spcPts val="0"/>
              </a:spcBef>
              <a:spcAft>
                <a:spcPts val="0"/>
              </a:spcAft>
              <a:buClr>
                <a:schemeClr val="dk1"/>
              </a:buClr>
              <a:buSzPts val="1400"/>
              <a:buFont typeface="Arial"/>
              <a:buNone/>
              <a:defRPr sz="1400"/>
            </a:lvl2pPr>
            <a:lvl3pPr indent="-228600" lvl="2" marL="1371600" algn="r">
              <a:lnSpc>
                <a:spcPct val="100000"/>
              </a:lnSpc>
              <a:spcBef>
                <a:spcPts val="0"/>
              </a:spcBef>
              <a:spcAft>
                <a:spcPts val="0"/>
              </a:spcAft>
              <a:buClr>
                <a:schemeClr val="dk1"/>
              </a:buClr>
              <a:buSzPts val="1400"/>
              <a:buFont typeface="Arial"/>
              <a:buNone/>
              <a:defRPr sz="1400"/>
            </a:lvl3pPr>
            <a:lvl4pPr indent="-228600" lvl="3" marL="1828800" algn="l">
              <a:lnSpc>
                <a:spcPct val="100000"/>
              </a:lnSpc>
              <a:spcBef>
                <a:spcPts val="0"/>
              </a:spcBef>
              <a:spcAft>
                <a:spcPts val="0"/>
              </a:spcAft>
              <a:buClr>
                <a:schemeClr val="dk1"/>
              </a:buClr>
              <a:buSzPts val="1400"/>
              <a:buFont typeface="Arial"/>
              <a:buNone/>
              <a:defRPr sz="1400"/>
            </a:lvl4pPr>
            <a:lvl5pPr indent="-228600" lvl="4" marL="2286000" algn="l">
              <a:lnSpc>
                <a:spcPct val="100000"/>
              </a:lnSpc>
              <a:spcBef>
                <a:spcPts val="0"/>
              </a:spcBef>
              <a:spcAft>
                <a:spcPts val="0"/>
              </a:spcAft>
              <a:buClr>
                <a:schemeClr val="dk1"/>
              </a:buClr>
              <a:buSzPts val="1400"/>
              <a:buFont typeface="Arial"/>
              <a:buNone/>
              <a:defRPr sz="1400"/>
            </a:lvl5pPr>
            <a:lvl6pPr indent="-228600" lvl="5" marL="2743200" algn="l">
              <a:lnSpc>
                <a:spcPct val="100000"/>
              </a:lnSpc>
              <a:spcBef>
                <a:spcPts val="0"/>
              </a:spcBef>
              <a:spcAft>
                <a:spcPts val="0"/>
              </a:spcAft>
              <a:buClr>
                <a:schemeClr val="dk1"/>
              </a:buClr>
              <a:buSzPts val="1400"/>
              <a:buFont typeface="Arial"/>
              <a:buNone/>
              <a:defRPr sz="1400"/>
            </a:lvl6pPr>
            <a:lvl7pPr indent="-228600" lvl="6" marL="3200400" algn="l">
              <a:lnSpc>
                <a:spcPct val="100000"/>
              </a:lnSpc>
              <a:spcBef>
                <a:spcPts val="0"/>
              </a:spcBef>
              <a:spcAft>
                <a:spcPts val="0"/>
              </a:spcAft>
              <a:buClr>
                <a:schemeClr val="dk1"/>
              </a:buClr>
              <a:buSzPts val="1400"/>
              <a:buFont typeface="Arial"/>
              <a:buNone/>
              <a:defRPr sz="1400"/>
            </a:lvl7pPr>
            <a:lvl8pPr indent="-228600" lvl="7" marL="3657600" algn="l">
              <a:lnSpc>
                <a:spcPct val="100000"/>
              </a:lnSpc>
              <a:spcBef>
                <a:spcPts val="0"/>
              </a:spcBef>
              <a:spcAft>
                <a:spcPts val="0"/>
              </a:spcAft>
              <a:buClr>
                <a:schemeClr val="dk1"/>
              </a:buClr>
              <a:buSzPts val="1400"/>
              <a:buFont typeface="Arial"/>
              <a:buNone/>
              <a:defRPr sz="1400"/>
            </a:lvl8pPr>
            <a:lvl9pPr indent="-228600" lvl="8" marL="4114800" algn="l">
              <a:lnSpc>
                <a:spcPct val="100000"/>
              </a:lnSpc>
              <a:spcBef>
                <a:spcPts val="0"/>
              </a:spcBef>
              <a:spcAft>
                <a:spcPts val="0"/>
              </a:spcAft>
              <a:buClr>
                <a:schemeClr val="dk1"/>
              </a:buClr>
              <a:buSzPts val="1400"/>
              <a:buFont typeface="Arial"/>
              <a:buNone/>
              <a:defRPr sz="1400"/>
            </a:lvl9pPr>
          </a:lstStyle>
          <a:p/>
        </p:txBody>
      </p:sp>
      <p:sp>
        <p:nvSpPr>
          <p:cNvPr id="205" name="Google Shape;205;p38"/>
          <p:cNvSpPr txBox="1"/>
          <p:nvPr>
            <p:ph idx="3" type="body"/>
          </p:nvPr>
        </p:nvSpPr>
        <p:spPr>
          <a:xfrm>
            <a:off x="1310456" y="4991632"/>
            <a:ext cx="2651760" cy="914400"/>
          </a:xfrm>
          <a:prstGeom prst="rect">
            <a:avLst/>
          </a:prstGeom>
          <a:noFill/>
          <a:ln>
            <a:noFill/>
          </a:ln>
        </p:spPr>
        <p:txBody>
          <a:bodyPr anchorCtr="0" anchor="t" bIns="0" lIns="0" spcFirstLastPara="1" rIns="0" wrap="square" tIns="0">
            <a:noAutofit/>
          </a:bodyPr>
          <a:lstStyle>
            <a:lvl1pPr indent="-228600" lvl="0" marL="457200" algn="r">
              <a:lnSpc>
                <a:spcPct val="100000"/>
              </a:lnSpc>
              <a:spcBef>
                <a:spcPts val="0"/>
              </a:spcBef>
              <a:spcAft>
                <a:spcPts val="0"/>
              </a:spcAft>
              <a:buClr>
                <a:schemeClr val="dk1"/>
              </a:buClr>
              <a:buSzPts val="1600"/>
              <a:buFont typeface="Arial"/>
              <a:buNone/>
              <a:defRPr b="1" sz="1600"/>
            </a:lvl1pPr>
            <a:lvl2pPr indent="-228600" lvl="1" marL="914400" algn="r">
              <a:lnSpc>
                <a:spcPct val="100000"/>
              </a:lnSpc>
              <a:spcBef>
                <a:spcPts val="0"/>
              </a:spcBef>
              <a:spcAft>
                <a:spcPts val="0"/>
              </a:spcAft>
              <a:buClr>
                <a:schemeClr val="dk1"/>
              </a:buClr>
              <a:buSzPts val="1400"/>
              <a:buFont typeface="Arial"/>
              <a:buNone/>
              <a:defRPr sz="1400"/>
            </a:lvl2pPr>
            <a:lvl3pPr indent="-228600" lvl="2" marL="1371600" algn="r">
              <a:lnSpc>
                <a:spcPct val="100000"/>
              </a:lnSpc>
              <a:spcBef>
                <a:spcPts val="0"/>
              </a:spcBef>
              <a:spcAft>
                <a:spcPts val="0"/>
              </a:spcAft>
              <a:buClr>
                <a:schemeClr val="dk1"/>
              </a:buClr>
              <a:buSzPts val="1400"/>
              <a:buFont typeface="Arial"/>
              <a:buNone/>
              <a:defRPr sz="1400"/>
            </a:lvl3pPr>
            <a:lvl4pPr indent="-228600" lvl="3" marL="1828800" algn="l">
              <a:lnSpc>
                <a:spcPct val="100000"/>
              </a:lnSpc>
              <a:spcBef>
                <a:spcPts val="0"/>
              </a:spcBef>
              <a:spcAft>
                <a:spcPts val="0"/>
              </a:spcAft>
              <a:buClr>
                <a:schemeClr val="dk1"/>
              </a:buClr>
              <a:buSzPts val="1400"/>
              <a:buFont typeface="Arial"/>
              <a:buNone/>
              <a:defRPr sz="1400"/>
            </a:lvl4pPr>
            <a:lvl5pPr indent="-228600" lvl="4" marL="2286000" algn="l">
              <a:lnSpc>
                <a:spcPct val="100000"/>
              </a:lnSpc>
              <a:spcBef>
                <a:spcPts val="0"/>
              </a:spcBef>
              <a:spcAft>
                <a:spcPts val="0"/>
              </a:spcAft>
              <a:buClr>
                <a:schemeClr val="dk1"/>
              </a:buClr>
              <a:buSzPts val="1400"/>
              <a:buFont typeface="Arial"/>
              <a:buNone/>
              <a:defRPr sz="1400"/>
            </a:lvl5pPr>
            <a:lvl6pPr indent="-228600" lvl="5" marL="2743200" algn="l">
              <a:lnSpc>
                <a:spcPct val="100000"/>
              </a:lnSpc>
              <a:spcBef>
                <a:spcPts val="0"/>
              </a:spcBef>
              <a:spcAft>
                <a:spcPts val="0"/>
              </a:spcAft>
              <a:buClr>
                <a:schemeClr val="dk1"/>
              </a:buClr>
              <a:buSzPts val="1400"/>
              <a:buFont typeface="Arial"/>
              <a:buNone/>
              <a:defRPr sz="1400"/>
            </a:lvl6pPr>
            <a:lvl7pPr indent="-228600" lvl="6" marL="3200400" algn="l">
              <a:lnSpc>
                <a:spcPct val="100000"/>
              </a:lnSpc>
              <a:spcBef>
                <a:spcPts val="0"/>
              </a:spcBef>
              <a:spcAft>
                <a:spcPts val="0"/>
              </a:spcAft>
              <a:buClr>
                <a:schemeClr val="dk1"/>
              </a:buClr>
              <a:buSzPts val="1400"/>
              <a:buFont typeface="Arial"/>
              <a:buNone/>
              <a:defRPr sz="1400"/>
            </a:lvl7pPr>
            <a:lvl8pPr indent="-228600" lvl="7" marL="3657600" algn="l">
              <a:lnSpc>
                <a:spcPct val="100000"/>
              </a:lnSpc>
              <a:spcBef>
                <a:spcPts val="0"/>
              </a:spcBef>
              <a:spcAft>
                <a:spcPts val="0"/>
              </a:spcAft>
              <a:buClr>
                <a:schemeClr val="dk1"/>
              </a:buClr>
              <a:buSzPts val="1400"/>
              <a:buFont typeface="Arial"/>
              <a:buNone/>
              <a:defRPr sz="1400"/>
            </a:lvl8pPr>
            <a:lvl9pPr indent="-228600" lvl="8" marL="4114800" algn="l">
              <a:lnSpc>
                <a:spcPct val="100000"/>
              </a:lnSpc>
              <a:spcBef>
                <a:spcPts val="0"/>
              </a:spcBef>
              <a:spcAft>
                <a:spcPts val="0"/>
              </a:spcAft>
              <a:buClr>
                <a:schemeClr val="dk1"/>
              </a:buClr>
              <a:buSzPts val="1400"/>
              <a:buFont typeface="Arial"/>
              <a:buNone/>
              <a:defRPr sz="1400"/>
            </a:lvl9pPr>
          </a:lstStyle>
          <a:p/>
        </p:txBody>
      </p:sp>
      <p:sp>
        <p:nvSpPr>
          <p:cNvPr id="206" name="Google Shape;206;p38"/>
          <p:cNvSpPr txBox="1"/>
          <p:nvPr>
            <p:ph idx="4" type="body"/>
          </p:nvPr>
        </p:nvSpPr>
        <p:spPr>
          <a:xfrm>
            <a:off x="8281591" y="2011680"/>
            <a:ext cx="265176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600"/>
              <a:buFont typeface="Arial"/>
              <a:buNone/>
              <a:defRPr b="1" sz="1600"/>
            </a:lvl1pPr>
            <a:lvl2pPr indent="-228600" lvl="1" marL="914400" algn="l">
              <a:lnSpc>
                <a:spcPct val="100000"/>
              </a:lnSpc>
              <a:spcBef>
                <a:spcPts val="0"/>
              </a:spcBef>
              <a:spcAft>
                <a:spcPts val="0"/>
              </a:spcAft>
              <a:buClr>
                <a:schemeClr val="dk1"/>
              </a:buClr>
              <a:buSzPts val="1400"/>
              <a:buFont typeface="Arial"/>
              <a:buNone/>
              <a:defRPr sz="1400"/>
            </a:lvl2pPr>
            <a:lvl3pPr indent="-228600" lvl="2" marL="1371600" algn="l">
              <a:lnSpc>
                <a:spcPct val="100000"/>
              </a:lnSpc>
              <a:spcBef>
                <a:spcPts val="0"/>
              </a:spcBef>
              <a:spcAft>
                <a:spcPts val="0"/>
              </a:spcAft>
              <a:buClr>
                <a:schemeClr val="dk1"/>
              </a:buClr>
              <a:buSzPts val="1400"/>
              <a:buFont typeface="Arial"/>
              <a:buNone/>
              <a:defRPr sz="1400"/>
            </a:lvl3pPr>
            <a:lvl4pPr indent="-228600" lvl="3" marL="1828800" algn="l">
              <a:lnSpc>
                <a:spcPct val="100000"/>
              </a:lnSpc>
              <a:spcBef>
                <a:spcPts val="0"/>
              </a:spcBef>
              <a:spcAft>
                <a:spcPts val="0"/>
              </a:spcAft>
              <a:buClr>
                <a:schemeClr val="dk1"/>
              </a:buClr>
              <a:buSzPts val="1400"/>
              <a:buFont typeface="Arial"/>
              <a:buNone/>
              <a:defRPr sz="1400"/>
            </a:lvl4pPr>
            <a:lvl5pPr indent="-228600" lvl="4" marL="2286000" algn="l">
              <a:lnSpc>
                <a:spcPct val="100000"/>
              </a:lnSpc>
              <a:spcBef>
                <a:spcPts val="0"/>
              </a:spcBef>
              <a:spcAft>
                <a:spcPts val="0"/>
              </a:spcAft>
              <a:buClr>
                <a:schemeClr val="dk1"/>
              </a:buClr>
              <a:buSzPts val="1400"/>
              <a:buFont typeface="Arial"/>
              <a:buNone/>
              <a:defRPr sz="1400"/>
            </a:lvl5pPr>
            <a:lvl6pPr indent="-228600" lvl="5" marL="2743200" algn="l">
              <a:lnSpc>
                <a:spcPct val="100000"/>
              </a:lnSpc>
              <a:spcBef>
                <a:spcPts val="0"/>
              </a:spcBef>
              <a:spcAft>
                <a:spcPts val="0"/>
              </a:spcAft>
              <a:buClr>
                <a:schemeClr val="dk1"/>
              </a:buClr>
              <a:buSzPts val="1400"/>
              <a:buFont typeface="Arial"/>
              <a:buNone/>
              <a:defRPr sz="1400"/>
            </a:lvl6pPr>
            <a:lvl7pPr indent="-228600" lvl="6" marL="3200400" algn="l">
              <a:lnSpc>
                <a:spcPct val="100000"/>
              </a:lnSpc>
              <a:spcBef>
                <a:spcPts val="0"/>
              </a:spcBef>
              <a:spcAft>
                <a:spcPts val="0"/>
              </a:spcAft>
              <a:buClr>
                <a:schemeClr val="dk1"/>
              </a:buClr>
              <a:buSzPts val="1400"/>
              <a:buFont typeface="Arial"/>
              <a:buNone/>
              <a:defRPr sz="1400"/>
            </a:lvl7pPr>
            <a:lvl8pPr indent="-228600" lvl="7" marL="3657600" algn="l">
              <a:lnSpc>
                <a:spcPct val="100000"/>
              </a:lnSpc>
              <a:spcBef>
                <a:spcPts val="0"/>
              </a:spcBef>
              <a:spcAft>
                <a:spcPts val="0"/>
              </a:spcAft>
              <a:buClr>
                <a:schemeClr val="dk1"/>
              </a:buClr>
              <a:buSzPts val="1400"/>
              <a:buFont typeface="Arial"/>
              <a:buNone/>
              <a:defRPr sz="1400"/>
            </a:lvl8pPr>
            <a:lvl9pPr indent="-228600" lvl="8" marL="4114800" algn="l">
              <a:lnSpc>
                <a:spcPct val="100000"/>
              </a:lnSpc>
              <a:spcBef>
                <a:spcPts val="0"/>
              </a:spcBef>
              <a:spcAft>
                <a:spcPts val="0"/>
              </a:spcAft>
              <a:buClr>
                <a:schemeClr val="dk1"/>
              </a:buClr>
              <a:buSzPts val="1400"/>
              <a:buFont typeface="Arial"/>
              <a:buNone/>
              <a:defRPr sz="1400"/>
            </a:lvl9pPr>
          </a:lstStyle>
          <a:p/>
        </p:txBody>
      </p:sp>
      <p:sp>
        <p:nvSpPr>
          <p:cNvPr id="207" name="Google Shape;207;p38"/>
          <p:cNvSpPr txBox="1"/>
          <p:nvPr>
            <p:ph idx="5" type="body"/>
          </p:nvPr>
        </p:nvSpPr>
        <p:spPr>
          <a:xfrm>
            <a:off x="8265532" y="3501656"/>
            <a:ext cx="265176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600"/>
              <a:buFont typeface="Arial"/>
              <a:buNone/>
              <a:defRPr b="1" sz="1600"/>
            </a:lvl1pPr>
            <a:lvl2pPr indent="-228600" lvl="1" marL="914400" algn="l">
              <a:lnSpc>
                <a:spcPct val="100000"/>
              </a:lnSpc>
              <a:spcBef>
                <a:spcPts val="0"/>
              </a:spcBef>
              <a:spcAft>
                <a:spcPts val="0"/>
              </a:spcAft>
              <a:buClr>
                <a:schemeClr val="dk1"/>
              </a:buClr>
              <a:buSzPts val="1400"/>
              <a:buFont typeface="Arial"/>
              <a:buNone/>
              <a:defRPr sz="1400"/>
            </a:lvl2pPr>
            <a:lvl3pPr indent="-228600" lvl="2" marL="1371600" algn="l">
              <a:lnSpc>
                <a:spcPct val="100000"/>
              </a:lnSpc>
              <a:spcBef>
                <a:spcPts val="0"/>
              </a:spcBef>
              <a:spcAft>
                <a:spcPts val="0"/>
              </a:spcAft>
              <a:buClr>
                <a:schemeClr val="dk1"/>
              </a:buClr>
              <a:buSzPts val="1400"/>
              <a:buFont typeface="Arial"/>
              <a:buNone/>
              <a:defRPr sz="1400"/>
            </a:lvl3pPr>
            <a:lvl4pPr indent="-228600" lvl="3" marL="1828800" algn="l">
              <a:lnSpc>
                <a:spcPct val="100000"/>
              </a:lnSpc>
              <a:spcBef>
                <a:spcPts val="0"/>
              </a:spcBef>
              <a:spcAft>
                <a:spcPts val="0"/>
              </a:spcAft>
              <a:buClr>
                <a:schemeClr val="dk1"/>
              </a:buClr>
              <a:buSzPts val="1400"/>
              <a:buFont typeface="Arial"/>
              <a:buNone/>
              <a:defRPr sz="1400"/>
            </a:lvl4pPr>
            <a:lvl5pPr indent="-228600" lvl="4" marL="2286000" algn="l">
              <a:lnSpc>
                <a:spcPct val="100000"/>
              </a:lnSpc>
              <a:spcBef>
                <a:spcPts val="0"/>
              </a:spcBef>
              <a:spcAft>
                <a:spcPts val="0"/>
              </a:spcAft>
              <a:buClr>
                <a:schemeClr val="dk1"/>
              </a:buClr>
              <a:buSzPts val="1400"/>
              <a:buFont typeface="Arial"/>
              <a:buNone/>
              <a:defRPr sz="1400"/>
            </a:lvl5pPr>
            <a:lvl6pPr indent="-228600" lvl="5" marL="2743200" algn="l">
              <a:lnSpc>
                <a:spcPct val="100000"/>
              </a:lnSpc>
              <a:spcBef>
                <a:spcPts val="0"/>
              </a:spcBef>
              <a:spcAft>
                <a:spcPts val="0"/>
              </a:spcAft>
              <a:buClr>
                <a:schemeClr val="dk1"/>
              </a:buClr>
              <a:buSzPts val="1400"/>
              <a:buFont typeface="Arial"/>
              <a:buNone/>
              <a:defRPr sz="1400"/>
            </a:lvl6pPr>
            <a:lvl7pPr indent="-228600" lvl="6" marL="3200400" algn="l">
              <a:lnSpc>
                <a:spcPct val="100000"/>
              </a:lnSpc>
              <a:spcBef>
                <a:spcPts val="0"/>
              </a:spcBef>
              <a:spcAft>
                <a:spcPts val="0"/>
              </a:spcAft>
              <a:buClr>
                <a:schemeClr val="dk1"/>
              </a:buClr>
              <a:buSzPts val="1400"/>
              <a:buFont typeface="Arial"/>
              <a:buNone/>
              <a:defRPr sz="1400"/>
            </a:lvl7pPr>
            <a:lvl8pPr indent="-228600" lvl="7" marL="3657600" algn="l">
              <a:lnSpc>
                <a:spcPct val="100000"/>
              </a:lnSpc>
              <a:spcBef>
                <a:spcPts val="0"/>
              </a:spcBef>
              <a:spcAft>
                <a:spcPts val="0"/>
              </a:spcAft>
              <a:buClr>
                <a:schemeClr val="dk1"/>
              </a:buClr>
              <a:buSzPts val="1400"/>
              <a:buFont typeface="Arial"/>
              <a:buNone/>
              <a:defRPr sz="1400"/>
            </a:lvl8pPr>
            <a:lvl9pPr indent="-228600" lvl="8" marL="4114800" algn="l">
              <a:lnSpc>
                <a:spcPct val="100000"/>
              </a:lnSpc>
              <a:spcBef>
                <a:spcPts val="0"/>
              </a:spcBef>
              <a:spcAft>
                <a:spcPts val="0"/>
              </a:spcAft>
              <a:buClr>
                <a:schemeClr val="dk1"/>
              </a:buClr>
              <a:buSzPts val="1400"/>
              <a:buFont typeface="Arial"/>
              <a:buNone/>
              <a:defRPr sz="1400"/>
            </a:lvl9pPr>
          </a:lstStyle>
          <a:p/>
        </p:txBody>
      </p:sp>
      <p:sp>
        <p:nvSpPr>
          <p:cNvPr id="208" name="Google Shape;208;p38"/>
          <p:cNvSpPr txBox="1"/>
          <p:nvPr>
            <p:ph idx="6" type="body"/>
          </p:nvPr>
        </p:nvSpPr>
        <p:spPr>
          <a:xfrm>
            <a:off x="8265532" y="4991632"/>
            <a:ext cx="2651760" cy="91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600"/>
              <a:buFont typeface="Arial"/>
              <a:buNone/>
              <a:defRPr b="1" sz="1600"/>
            </a:lvl1pPr>
            <a:lvl2pPr indent="-228600" lvl="1" marL="914400" algn="l">
              <a:lnSpc>
                <a:spcPct val="100000"/>
              </a:lnSpc>
              <a:spcBef>
                <a:spcPts val="0"/>
              </a:spcBef>
              <a:spcAft>
                <a:spcPts val="0"/>
              </a:spcAft>
              <a:buClr>
                <a:schemeClr val="dk1"/>
              </a:buClr>
              <a:buSzPts val="1400"/>
              <a:buFont typeface="Arial"/>
              <a:buNone/>
              <a:defRPr sz="1400"/>
            </a:lvl2pPr>
            <a:lvl3pPr indent="-228600" lvl="2" marL="1371600" algn="l">
              <a:lnSpc>
                <a:spcPct val="100000"/>
              </a:lnSpc>
              <a:spcBef>
                <a:spcPts val="0"/>
              </a:spcBef>
              <a:spcAft>
                <a:spcPts val="0"/>
              </a:spcAft>
              <a:buClr>
                <a:schemeClr val="dk1"/>
              </a:buClr>
              <a:buSzPts val="1400"/>
              <a:buFont typeface="Arial"/>
              <a:buNone/>
              <a:defRPr sz="1400"/>
            </a:lvl3pPr>
            <a:lvl4pPr indent="-228600" lvl="3" marL="1828800" algn="l">
              <a:lnSpc>
                <a:spcPct val="100000"/>
              </a:lnSpc>
              <a:spcBef>
                <a:spcPts val="0"/>
              </a:spcBef>
              <a:spcAft>
                <a:spcPts val="0"/>
              </a:spcAft>
              <a:buClr>
                <a:schemeClr val="dk1"/>
              </a:buClr>
              <a:buSzPts val="1400"/>
              <a:buFont typeface="Arial"/>
              <a:buNone/>
              <a:defRPr sz="1400"/>
            </a:lvl4pPr>
            <a:lvl5pPr indent="-228600" lvl="4" marL="2286000" algn="l">
              <a:lnSpc>
                <a:spcPct val="100000"/>
              </a:lnSpc>
              <a:spcBef>
                <a:spcPts val="0"/>
              </a:spcBef>
              <a:spcAft>
                <a:spcPts val="0"/>
              </a:spcAft>
              <a:buClr>
                <a:schemeClr val="dk1"/>
              </a:buClr>
              <a:buSzPts val="1400"/>
              <a:buFont typeface="Arial"/>
              <a:buNone/>
              <a:defRPr sz="1400"/>
            </a:lvl5pPr>
            <a:lvl6pPr indent="-228600" lvl="5" marL="2743200" algn="l">
              <a:lnSpc>
                <a:spcPct val="100000"/>
              </a:lnSpc>
              <a:spcBef>
                <a:spcPts val="0"/>
              </a:spcBef>
              <a:spcAft>
                <a:spcPts val="0"/>
              </a:spcAft>
              <a:buClr>
                <a:schemeClr val="dk1"/>
              </a:buClr>
              <a:buSzPts val="1400"/>
              <a:buFont typeface="Arial"/>
              <a:buNone/>
              <a:defRPr sz="1400"/>
            </a:lvl6pPr>
            <a:lvl7pPr indent="-228600" lvl="6" marL="3200400" algn="l">
              <a:lnSpc>
                <a:spcPct val="100000"/>
              </a:lnSpc>
              <a:spcBef>
                <a:spcPts val="0"/>
              </a:spcBef>
              <a:spcAft>
                <a:spcPts val="0"/>
              </a:spcAft>
              <a:buClr>
                <a:schemeClr val="dk1"/>
              </a:buClr>
              <a:buSzPts val="1400"/>
              <a:buFont typeface="Arial"/>
              <a:buNone/>
              <a:defRPr sz="1400"/>
            </a:lvl7pPr>
            <a:lvl8pPr indent="-228600" lvl="7" marL="3657600" algn="l">
              <a:lnSpc>
                <a:spcPct val="100000"/>
              </a:lnSpc>
              <a:spcBef>
                <a:spcPts val="0"/>
              </a:spcBef>
              <a:spcAft>
                <a:spcPts val="0"/>
              </a:spcAft>
              <a:buClr>
                <a:schemeClr val="dk1"/>
              </a:buClr>
              <a:buSzPts val="1400"/>
              <a:buFont typeface="Arial"/>
              <a:buNone/>
              <a:defRPr sz="1400"/>
            </a:lvl8pPr>
            <a:lvl9pPr indent="-228600" lvl="8" marL="4114800" algn="l">
              <a:lnSpc>
                <a:spcPct val="100000"/>
              </a:lnSpc>
              <a:spcBef>
                <a:spcPts val="0"/>
              </a:spcBef>
              <a:spcAft>
                <a:spcPts val="0"/>
              </a:spcAft>
              <a:buClr>
                <a:schemeClr val="dk1"/>
              </a:buClr>
              <a:buSzPts val="1400"/>
              <a:buFont typeface="Arial"/>
              <a:buNone/>
              <a:defRPr sz="1400"/>
            </a:lvl9pPr>
          </a:lstStyle>
          <a:p/>
        </p:txBody>
      </p:sp>
      <p:sp>
        <p:nvSpPr>
          <p:cNvPr id="209" name="Google Shape;209;p38"/>
          <p:cNvSpPr txBox="1"/>
          <p:nvPr>
            <p:ph idx="7" type="body"/>
          </p:nvPr>
        </p:nvSpPr>
        <p:spPr>
          <a:xfrm>
            <a:off x="5414262" y="3429716"/>
            <a:ext cx="1370015" cy="9144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1600"/>
              <a:buFont typeface="Arial"/>
              <a:buNone/>
              <a:defRPr b="1" sz="1600">
                <a:solidFill>
                  <a:schemeClr val="lt1"/>
                </a:solidFill>
              </a:defRPr>
            </a:lvl1pPr>
            <a:lvl2pPr indent="-228600" lvl="1" marL="914400" algn="ctr">
              <a:lnSpc>
                <a:spcPct val="100000"/>
              </a:lnSpc>
              <a:spcBef>
                <a:spcPts val="0"/>
              </a:spcBef>
              <a:spcAft>
                <a:spcPts val="0"/>
              </a:spcAft>
              <a:buClr>
                <a:schemeClr val="lt1"/>
              </a:buClr>
              <a:buSzPts val="1400"/>
              <a:buFont typeface="Arial"/>
              <a:buNone/>
              <a:defRPr sz="1400">
                <a:solidFill>
                  <a:schemeClr val="lt1"/>
                </a:solidFill>
              </a:defRPr>
            </a:lvl2pPr>
            <a:lvl3pPr indent="-228600" lvl="2" marL="1371600" algn="l">
              <a:lnSpc>
                <a:spcPct val="100000"/>
              </a:lnSpc>
              <a:spcBef>
                <a:spcPts val="0"/>
              </a:spcBef>
              <a:spcAft>
                <a:spcPts val="0"/>
              </a:spcAft>
              <a:buClr>
                <a:schemeClr val="lt1"/>
              </a:buClr>
              <a:buSzPts val="1400"/>
              <a:buFont typeface="Arial"/>
              <a:buNone/>
              <a:defRPr sz="1400">
                <a:solidFill>
                  <a:schemeClr val="lt1"/>
                </a:solidFill>
              </a:defRPr>
            </a:lvl3pPr>
            <a:lvl4pPr indent="-228600" lvl="3" marL="1828800" algn="l">
              <a:lnSpc>
                <a:spcPct val="100000"/>
              </a:lnSpc>
              <a:spcBef>
                <a:spcPts val="0"/>
              </a:spcBef>
              <a:spcAft>
                <a:spcPts val="0"/>
              </a:spcAft>
              <a:buClr>
                <a:schemeClr val="dk1"/>
              </a:buClr>
              <a:buSzPts val="1400"/>
              <a:buFont typeface="Arial"/>
              <a:buNone/>
              <a:defRPr sz="1400"/>
            </a:lvl4pPr>
            <a:lvl5pPr indent="-228600" lvl="4" marL="2286000" algn="l">
              <a:lnSpc>
                <a:spcPct val="100000"/>
              </a:lnSpc>
              <a:spcBef>
                <a:spcPts val="0"/>
              </a:spcBef>
              <a:spcAft>
                <a:spcPts val="0"/>
              </a:spcAft>
              <a:buClr>
                <a:schemeClr val="dk1"/>
              </a:buClr>
              <a:buSzPts val="1400"/>
              <a:buFont typeface="Arial"/>
              <a:buNone/>
              <a:defRPr sz="1400"/>
            </a:lvl5pPr>
            <a:lvl6pPr indent="-228600" lvl="5" marL="2743200" algn="l">
              <a:lnSpc>
                <a:spcPct val="100000"/>
              </a:lnSpc>
              <a:spcBef>
                <a:spcPts val="0"/>
              </a:spcBef>
              <a:spcAft>
                <a:spcPts val="0"/>
              </a:spcAft>
              <a:buClr>
                <a:schemeClr val="dk1"/>
              </a:buClr>
              <a:buSzPts val="1400"/>
              <a:buFont typeface="Arial"/>
              <a:buNone/>
              <a:defRPr sz="1400"/>
            </a:lvl6pPr>
            <a:lvl7pPr indent="-228600" lvl="6" marL="3200400" algn="l">
              <a:lnSpc>
                <a:spcPct val="100000"/>
              </a:lnSpc>
              <a:spcBef>
                <a:spcPts val="0"/>
              </a:spcBef>
              <a:spcAft>
                <a:spcPts val="0"/>
              </a:spcAft>
              <a:buClr>
                <a:schemeClr val="dk1"/>
              </a:buClr>
              <a:buSzPts val="1400"/>
              <a:buFont typeface="Arial"/>
              <a:buNone/>
              <a:defRPr sz="1400"/>
            </a:lvl7pPr>
            <a:lvl8pPr indent="-228600" lvl="7" marL="3657600" algn="l">
              <a:lnSpc>
                <a:spcPct val="100000"/>
              </a:lnSpc>
              <a:spcBef>
                <a:spcPts val="0"/>
              </a:spcBef>
              <a:spcAft>
                <a:spcPts val="0"/>
              </a:spcAft>
              <a:buClr>
                <a:schemeClr val="dk1"/>
              </a:buClr>
              <a:buSzPts val="1400"/>
              <a:buFont typeface="Arial"/>
              <a:buNone/>
              <a:defRPr sz="1400"/>
            </a:lvl8pPr>
            <a:lvl9pPr indent="-228600" lvl="8" marL="4114800" algn="l">
              <a:lnSpc>
                <a:spcPct val="100000"/>
              </a:lnSpc>
              <a:spcBef>
                <a:spcPts val="0"/>
              </a:spcBef>
              <a:spcAft>
                <a:spcPts val="0"/>
              </a:spcAft>
              <a:buClr>
                <a:schemeClr val="dk1"/>
              </a:buClr>
              <a:buSzPts val="1400"/>
              <a:buFont typeface="Arial"/>
              <a:buNone/>
              <a:defRPr sz="1400"/>
            </a:lvl9pPr>
          </a:lstStyle>
          <a:p/>
        </p:txBody>
      </p:sp>
      <p:sp>
        <p:nvSpPr>
          <p:cNvPr id="210" name="Google Shape;210;p38"/>
          <p:cNvSpPr txBox="1"/>
          <p:nvPr>
            <p:ph idx="8" type="body"/>
          </p:nvPr>
        </p:nvSpPr>
        <p:spPr>
          <a:xfrm>
            <a:off x="4795292" y="1485320"/>
            <a:ext cx="2601416" cy="526236"/>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dk1"/>
              </a:buClr>
              <a:buSzPts val="1600"/>
              <a:buFont typeface="Arial"/>
              <a:buNone/>
              <a:defRPr b="1" sz="1600">
                <a:solidFill>
                  <a:schemeClr val="dk1"/>
                </a:solidFill>
              </a:defRPr>
            </a:lvl1pPr>
            <a:lvl2pPr indent="-228600" lvl="1" marL="914400" algn="ctr">
              <a:lnSpc>
                <a:spcPct val="100000"/>
              </a:lnSpc>
              <a:spcBef>
                <a:spcPts val="0"/>
              </a:spcBef>
              <a:spcAft>
                <a:spcPts val="0"/>
              </a:spcAft>
              <a:buClr>
                <a:schemeClr val="dk1"/>
              </a:buClr>
              <a:buSzPts val="1400"/>
              <a:buFont typeface="Arial"/>
              <a:buNone/>
              <a:defRPr sz="1400">
                <a:solidFill>
                  <a:schemeClr val="dk1"/>
                </a:solidFill>
              </a:defRPr>
            </a:lvl2pPr>
            <a:lvl3pPr indent="-228600" lvl="2" marL="1371600" algn="l">
              <a:lnSpc>
                <a:spcPct val="100000"/>
              </a:lnSpc>
              <a:spcBef>
                <a:spcPts val="0"/>
              </a:spcBef>
              <a:spcAft>
                <a:spcPts val="0"/>
              </a:spcAft>
              <a:buClr>
                <a:schemeClr val="lt1"/>
              </a:buClr>
              <a:buSzPts val="1400"/>
              <a:buFont typeface="Arial"/>
              <a:buNone/>
              <a:defRPr sz="1400">
                <a:solidFill>
                  <a:schemeClr val="lt1"/>
                </a:solidFill>
              </a:defRPr>
            </a:lvl3pPr>
            <a:lvl4pPr indent="-228600" lvl="3" marL="1828800" algn="l">
              <a:lnSpc>
                <a:spcPct val="100000"/>
              </a:lnSpc>
              <a:spcBef>
                <a:spcPts val="0"/>
              </a:spcBef>
              <a:spcAft>
                <a:spcPts val="0"/>
              </a:spcAft>
              <a:buClr>
                <a:schemeClr val="dk1"/>
              </a:buClr>
              <a:buSzPts val="1400"/>
              <a:buFont typeface="Arial"/>
              <a:buNone/>
              <a:defRPr sz="1400"/>
            </a:lvl4pPr>
            <a:lvl5pPr indent="-228600" lvl="4" marL="2286000" algn="l">
              <a:lnSpc>
                <a:spcPct val="100000"/>
              </a:lnSpc>
              <a:spcBef>
                <a:spcPts val="0"/>
              </a:spcBef>
              <a:spcAft>
                <a:spcPts val="0"/>
              </a:spcAft>
              <a:buClr>
                <a:schemeClr val="dk1"/>
              </a:buClr>
              <a:buSzPts val="1400"/>
              <a:buFont typeface="Arial"/>
              <a:buNone/>
              <a:defRPr sz="1400"/>
            </a:lvl5pPr>
            <a:lvl6pPr indent="-228600" lvl="5" marL="2743200" algn="l">
              <a:lnSpc>
                <a:spcPct val="100000"/>
              </a:lnSpc>
              <a:spcBef>
                <a:spcPts val="0"/>
              </a:spcBef>
              <a:spcAft>
                <a:spcPts val="0"/>
              </a:spcAft>
              <a:buClr>
                <a:schemeClr val="dk1"/>
              </a:buClr>
              <a:buSzPts val="1400"/>
              <a:buFont typeface="Arial"/>
              <a:buNone/>
              <a:defRPr sz="1400"/>
            </a:lvl6pPr>
            <a:lvl7pPr indent="-228600" lvl="6" marL="3200400" algn="l">
              <a:lnSpc>
                <a:spcPct val="100000"/>
              </a:lnSpc>
              <a:spcBef>
                <a:spcPts val="0"/>
              </a:spcBef>
              <a:spcAft>
                <a:spcPts val="0"/>
              </a:spcAft>
              <a:buClr>
                <a:schemeClr val="dk1"/>
              </a:buClr>
              <a:buSzPts val="1400"/>
              <a:buFont typeface="Arial"/>
              <a:buNone/>
              <a:defRPr sz="1400"/>
            </a:lvl7pPr>
            <a:lvl8pPr indent="-228600" lvl="7" marL="3657600" algn="l">
              <a:lnSpc>
                <a:spcPct val="100000"/>
              </a:lnSpc>
              <a:spcBef>
                <a:spcPts val="0"/>
              </a:spcBef>
              <a:spcAft>
                <a:spcPts val="0"/>
              </a:spcAft>
              <a:buClr>
                <a:schemeClr val="dk1"/>
              </a:buClr>
              <a:buSzPts val="1400"/>
              <a:buFont typeface="Arial"/>
              <a:buNone/>
              <a:defRPr sz="1400"/>
            </a:lvl8pPr>
            <a:lvl9pPr indent="-228600" lvl="8" marL="4114800" algn="l">
              <a:lnSpc>
                <a:spcPct val="100000"/>
              </a:lnSpc>
              <a:spcBef>
                <a:spcPts val="0"/>
              </a:spcBef>
              <a:spcAft>
                <a:spcPts val="0"/>
              </a:spcAft>
              <a:buClr>
                <a:schemeClr val="dk1"/>
              </a:buClr>
              <a:buSzPts val="1400"/>
              <a:buFont typeface="Arial"/>
              <a:buNone/>
              <a:defRPr sz="1400"/>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and Photo">
  <p:cSld name="Statement and Photo">
    <p:spTree>
      <p:nvGrpSpPr>
        <p:cNvPr id="211" name="Shape 211"/>
        <p:cNvGrpSpPr/>
        <p:nvPr/>
      </p:nvGrpSpPr>
      <p:grpSpPr>
        <a:xfrm>
          <a:off x="0" y="0"/>
          <a:ext cx="0" cy="0"/>
          <a:chOff x="0" y="0"/>
          <a:chExt cx="0" cy="0"/>
        </a:xfrm>
      </p:grpSpPr>
      <p:sp>
        <p:nvSpPr>
          <p:cNvPr id="212" name="Google Shape;212;p39"/>
          <p:cNvSpPr txBox="1"/>
          <p:nvPr>
            <p:ph idx="1" type="body"/>
          </p:nvPr>
        </p:nvSpPr>
        <p:spPr>
          <a:xfrm>
            <a:off x="365760" y="365760"/>
            <a:ext cx="4114800" cy="2560320"/>
          </a:xfrm>
          <a:prstGeom prst="rect">
            <a:avLst/>
          </a:prstGeom>
          <a:solidFill>
            <a:srgbClr val="006E74"/>
          </a:solidFill>
          <a:ln>
            <a:noFill/>
          </a:ln>
        </p:spPr>
        <p:txBody>
          <a:bodyPr anchorCtr="0" anchor="t" bIns="182875" lIns="182875" spcFirstLastPara="1" rIns="182875" wrap="square" tIns="182875">
            <a:noAutofit/>
          </a:bodyPr>
          <a:lstStyle>
            <a:lvl1pPr indent="-228600" lvl="0" marL="457200" algn="l">
              <a:lnSpc>
                <a:spcPct val="90000"/>
              </a:lnSpc>
              <a:spcBef>
                <a:spcPts val="0"/>
              </a:spcBef>
              <a:spcAft>
                <a:spcPts val="0"/>
              </a:spcAft>
              <a:buClr>
                <a:schemeClr val="lt1"/>
              </a:buClr>
              <a:buSzPts val="3200"/>
              <a:buNone/>
              <a:defRPr sz="3200">
                <a:solidFill>
                  <a:schemeClr val="lt1"/>
                </a:solidFill>
              </a:defRPr>
            </a:lvl1pPr>
            <a:lvl2pPr indent="-342900" lvl="1" marL="914400" algn="l">
              <a:lnSpc>
                <a:spcPct val="100000"/>
              </a:lnSpc>
              <a:spcBef>
                <a:spcPts val="1200"/>
              </a:spcBef>
              <a:spcAft>
                <a:spcPts val="0"/>
              </a:spcAft>
              <a:buClr>
                <a:schemeClr val="lt1"/>
              </a:buClr>
              <a:buSzPts val="1800"/>
              <a:buFont typeface="Arial"/>
              <a:buChar char="•"/>
              <a:defRPr>
                <a:solidFill>
                  <a:schemeClr val="lt1"/>
                </a:solidFill>
              </a:defRPr>
            </a:lvl2pPr>
            <a:lvl3pPr indent="-342900" lvl="2" marL="1371600" algn="l">
              <a:lnSpc>
                <a:spcPct val="100000"/>
              </a:lnSpc>
              <a:spcBef>
                <a:spcPts val="300"/>
              </a:spcBef>
              <a:spcAft>
                <a:spcPts val="0"/>
              </a:spcAft>
              <a:buClr>
                <a:schemeClr val="lt1"/>
              </a:buClr>
              <a:buSzPts val="1800"/>
              <a:buChar char="–"/>
              <a:defRPr>
                <a:solidFill>
                  <a:schemeClr val="lt1"/>
                </a:solidFill>
              </a:defRPr>
            </a:lvl3pPr>
            <a:lvl4pPr indent="-342900" lvl="3" marL="1828800" algn="l">
              <a:lnSpc>
                <a:spcPct val="100000"/>
              </a:lnSpc>
              <a:spcBef>
                <a:spcPts val="300"/>
              </a:spcBef>
              <a:spcAft>
                <a:spcPts val="0"/>
              </a:spcAft>
              <a:buClr>
                <a:schemeClr val="lt1"/>
              </a:buClr>
              <a:buSzPts val="1800"/>
              <a:buChar char="–"/>
              <a:defRPr>
                <a:solidFill>
                  <a:schemeClr val="lt1"/>
                </a:solidFill>
              </a:defRPr>
            </a:lvl4pPr>
            <a:lvl5pPr indent="-342900" lvl="4" marL="2286000" algn="l">
              <a:lnSpc>
                <a:spcPct val="100000"/>
              </a:lnSpc>
              <a:spcBef>
                <a:spcPts val="300"/>
              </a:spcBef>
              <a:spcAft>
                <a:spcPts val="0"/>
              </a:spcAft>
              <a:buClr>
                <a:schemeClr val="lt1"/>
              </a:buClr>
              <a:buSzPts val="1800"/>
              <a:buChar char="–"/>
              <a:defRPr>
                <a:solidFill>
                  <a:schemeClr val="lt1"/>
                </a:solidFill>
              </a:defRPr>
            </a:lvl5pPr>
            <a:lvl6pPr indent="-342900" lvl="5" marL="2743200" algn="l">
              <a:lnSpc>
                <a:spcPct val="100000"/>
              </a:lnSpc>
              <a:spcBef>
                <a:spcPts val="300"/>
              </a:spcBef>
              <a:spcAft>
                <a:spcPts val="0"/>
              </a:spcAft>
              <a:buClr>
                <a:schemeClr val="lt1"/>
              </a:buClr>
              <a:buSzPts val="1800"/>
              <a:buChar char="–"/>
              <a:defRPr>
                <a:solidFill>
                  <a:schemeClr val="lt1"/>
                </a:solidFill>
              </a:defRPr>
            </a:lvl6pPr>
            <a:lvl7pPr indent="-342900" lvl="6" marL="3200400" algn="l">
              <a:lnSpc>
                <a:spcPct val="100000"/>
              </a:lnSpc>
              <a:spcBef>
                <a:spcPts val="300"/>
              </a:spcBef>
              <a:spcAft>
                <a:spcPts val="0"/>
              </a:spcAft>
              <a:buClr>
                <a:schemeClr val="lt1"/>
              </a:buClr>
              <a:buSzPts val="1800"/>
              <a:buChar char="–"/>
              <a:defRPr>
                <a:solidFill>
                  <a:schemeClr val="lt1"/>
                </a:solidFill>
              </a:defRPr>
            </a:lvl7pPr>
            <a:lvl8pPr indent="-342900" lvl="7" marL="3657600" algn="l">
              <a:lnSpc>
                <a:spcPct val="100000"/>
              </a:lnSpc>
              <a:spcBef>
                <a:spcPts val="300"/>
              </a:spcBef>
              <a:spcAft>
                <a:spcPts val="0"/>
              </a:spcAft>
              <a:buClr>
                <a:schemeClr val="lt1"/>
              </a:buClr>
              <a:buSzPts val="1800"/>
              <a:buChar char="–"/>
              <a:defRPr>
                <a:solidFill>
                  <a:schemeClr val="lt1"/>
                </a:solidFill>
              </a:defRPr>
            </a:lvl8pPr>
            <a:lvl9pPr indent="-342900" lvl="8" marL="4114800" algn="l">
              <a:lnSpc>
                <a:spcPct val="100000"/>
              </a:lnSpc>
              <a:spcBef>
                <a:spcPts val="300"/>
              </a:spcBef>
              <a:spcAft>
                <a:spcPts val="0"/>
              </a:spcAft>
              <a:buClr>
                <a:schemeClr val="lt1"/>
              </a:buClr>
              <a:buSzPts val="1800"/>
              <a:buChar char="–"/>
              <a:defRPr>
                <a:solidFill>
                  <a:schemeClr val="lt1"/>
                </a:solidFill>
              </a:defRPr>
            </a:lvl9pPr>
          </a:lstStyle>
          <a:p/>
        </p:txBody>
      </p:sp>
      <p:sp>
        <p:nvSpPr>
          <p:cNvPr id="213" name="Google Shape;213;p39"/>
          <p:cNvSpPr/>
          <p:nvPr>
            <p:ph idx="2" type="pic"/>
          </p:nvPr>
        </p:nvSpPr>
        <p:spPr>
          <a:xfrm>
            <a:off x="6245352" y="365760"/>
            <a:ext cx="5577840" cy="5717540"/>
          </a:xfrm>
          <a:prstGeom prst="rect">
            <a:avLst/>
          </a:prstGeom>
          <a:solidFill>
            <a:srgbClr val="D7E0E3"/>
          </a:solid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3744">
          <p15:clr>
            <a:srgbClr val="FBAE40"/>
          </p15:clr>
        </p15:guide>
        <p15:guide id="2" pos="3934">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and Statement">
  <p:cSld name="Photo and Statement">
    <p:spTree>
      <p:nvGrpSpPr>
        <p:cNvPr id="214" name="Shape 214"/>
        <p:cNvGrpSpPr/>
        <p:nvPr/>
      </p:nvGrpSpPr>
      <p:grpSpPr>
        <a:xfrm>
          <a:off x="0" y="0"/>
          <a:ext cx="0" cy="0"/>
          <a:chOff x="0" y="0"/>
          <a:chExt cx="0" cy="0"/>
        </a:xfrm>
      </p:grpSpPr>
      <p:sp>
        <p:nvSpPr>
          <p:cNvPr id="215" name="Google Shape;215;p40"/>
          <p:cNvSpPr txBox="1"/>
          <p:nvPr>
            <p:ph type="title"/>
          </p:nvPr>
        </p:nvSpPr>
        <p:spPr>
          <a:xfrm>
            <a:off x="365760" y="365760"/>
            <a:ext cx="11457432"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6" name="Google Shape;216;p40"/>
          <p:cNvSpPr/>
          <p:nvPr>
            <p:ph idx="2" type="pic"/>
          </p:nvPr>
        </p:nvSpPr>
        <p:spPr>
          <a:xfrm>
            <a:off x="758824" y="1828800"/>
            <a:ext cx="5184775" cy="3200400"/>
          </a:xfrm>
          <a:prstGeom prst="rect">
            <a:avLst/>
          </a:prstGeom>
          <a:solidFill>
            <a:srgbClr val="D7E0E3"/>
          </a:solidFill>
          <a:ln>
            <a:noFill/>
          </a:ln>
        </p:spPr>
      </p:sp>
      <p:sp>
        <p:nvSpPr>
          <p:cNvPr id="217" name="Google Shape;217;p40"/>
          <p:cNvSpPr txBox="1"/>
          <p:nvPr>
            <p:ph idx="1" type="body"/>
          </p:nvPr>
        </p:nvSpPr>
        <p:spPr>
          <a:xfrm>
            <a:off x="6245352" y="1828800"/>
            <a:ext cx="5577840" cy="3200400"/>
          </a:xfrm>
          <a:prstGeom prst="rect">
            <a:avLst/>
          </a:prstGeom>
          <a:noFill/>
          <a:ln>
            <a:noFill/>
          </a:ln>
        </p:spPr>
        <p:txBody>
          <a:bodyPr anchorCtr="0" anchor="b" bIns="0" lIns="0" spcFirstLastPara="1" rIns="0" wrap="square" tIns="0">
            <a:normAutofit/>
          </a:bodyPr>
          <a:lstStyle>
            <a:lvl1pPr indent="-228600" lvl="0" marL="457200" algn="l">
              <a:lnSpc>
                <a:spcPct val="90000"/>
              </a:lnSpc>
              <a:spcBef>
                <a:spcPts val="0"/>
              </a:spcBef>
              <a:spcAft>
                <a:spcPts val="0"/>
              </a:spcAft>
              <a:buClr>
                <a:schemeClr val="dk1"/>
              </a:buClr>
              <a:buSzPts val="3600"/>
              <a:buNone/>
              <a:defRPr sz="3600">
                <a:solidFill>
                  <a:schemeClr val="dk1"/>
                </a:solidFill>
              </a:defRPr>
            </a:lvl1pPr>
            <a:lvl2pPr indent="-342900" lvl="1" marL="914400" algn="l">
              <a:lnSpc>
                <a:spcPct val="100000"/>
              </a:lnSpc>
              <a:spcBef>
                <a:spcPts val="1200"/>
              </a:spcBef>
              <a:spcAft>
                <a:spcPts val="0"/>
              </a:spcAft>
              <a:buClr>
                <a:schemeClr val="dk1"/>
              </a:buClr>
              <a:buSzPts val="1800"/>
              <a:buFont typeface="Arial"/>
              <a:buChar char="•"/>
              <a:defRPr sz="1800"/>
            </a:lvl2pPr>
            <a:lvl3pPr indent="-342900" lvl="2" marL="1371600" algn="l">
              <a:lnSpc>
                <a:spcPct val="100000"/>
              </a:lnSpc>
              <a:spcBef>
                <a:spcPts val="300"/>
              </a:spcBef>
              <a:spcAft>
                <a:spcPts val="0"/>
              </a:spcAft>
              <a:buClr>
                <a:schemeClr val="dk1"/>
              </a:buClr>
              <a:buSzPts val="1800"/>
              <a:buChar char="–"/>
              <a:defRPr sz="1800"/>
            </a:lvl3pPr>
            <a:lvl4pPr indent="-342900" lvl="3" marL="1828800" algn="l">
              <a:lnSpc>
                <a:spcPct val="100000"/>
              </a:lnSpc>
              <a:spcBef>
                <a:spcPts val="300"/>
              </a:spcBef>
              <a:spcAft>
                <a:spcPts val="0"/>
              </a:spcAft>
              <a:buClr>
                <a:schemeClr val="dk1"/>
              </a:buClr>
              <a:buSzPts val="1800"/>
              <a:buChar char="–"/>
              <a:defRPr sz="1800"/>
            </a:lvl4pPr>
            <a:lvl5pPr indent="-342900" lvl="4" marL="2286000" algn="l">
              <a:lnSpc>
                <a:spcPct val="100000"/>
              </a:lnSpc>
              <a:spcBef>
                <a:spcPts val="300"/>
              </a:spcBef>
              <a:spcAft>
                <a:spcPts val="0"/>
              </a:spcAft>
              <a:buClr>
                <a:schemeClr val="dk1"/>
              </a:buClr>
              <a:buSzPts val="1800"/>
              <a:buChar char="–"/>
              <a:defRPr sz="1800"/>
            </a:lvl5pPr>
            <a:lvl6pPr indent="-342900" lvl="5" marL="2743200" algn="l">
              <a:lnSpc>
                <a:spcPct val="100000"/>
              </a:lnSpc>
              <a:spcBef>
                <a:spcPts val="300"/>
              </a:spcBef>
              <a:spcAft>
                <a:spcPts val="0"/>
              </a:spcAft>
              <a:buClr>
                <a:schemeClr val="dk1"/>
              </a:buClr>
              <a:buSzPts val="1800"/>
              <a:buChar char="–"/>
              <a:defRPr sz="1800"/>
            </a:lvl6pPr>
            <a:lvl7pPr indent="-342900" lvl="6" marL="3200400" algn="l">
              <a:lnSpc>
                <a:spcPct val="100000"/>
              </a:lnSpc>
              <a:spcBef>
                <a:spcPts val="300"/>
              </a:spcBef>
              <a:spcAft>
                <a:spcPts val="0"/>
              </a:spcAft>
              <a:buClr>
                <a:schemeClr val="dk1"/>
              </a:buClr>
              <a:buSzPts val="1800"/>
              <a:buChar char="–"/>
              <a:defRPr sz="1800"/>
            </a:lvl7pPr>
            <a:lvl8pPr indent="-342900" lvl="7" marL="3657600" algn="l">
              <a:lnSpc>
                <a:spcPct val="100000"/>
              </a:lnSpc>
              <a:spcBef>
                <a:spcPts val="300"/>
              </a:spcBef>
              <a:spcAft>
                <a:spcPts val="0"/>
              </a:spcAft>
              <a:buClr>
                <a:schemeClr val="dk1"/>
              </a:buClr>
              <a:buSzPts val="1800"/>
              <a:buChar char="–"/>
              <a:defRPr sz="1800"/>
            </a:lvl8pPr>
            <a:lvl9pPr indent="-342900" lvl="8" marL="4114800" algn="l">
              <a:lnSpc>
                <a:spcPct val="100000"/>
              </a:lnSpc>
              <a:spcBef>
                <a:spcPts val="300"/>
              </a:spcBef>
              <a:spcAft>
                <a:spcPts val="0"/>
              </a:spcAft>
              <a:buClr>
                <a:schemeClr val="dk1"/>
              </a:buClr>
              <a:buSzPts val="1800"/>
              <a:buChar char="–"/>
              <a:defRPr sz="1800"/>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3936">
          <p15:clr>
            <a:srgbClr val="FBAE40"/>
          </p15:clr>
        </p15:guide>
        <p15:guide id="2" pos="3744">
          <p15:clr>
            <a:srgbClr val="FBAE40"/>
          </p15:clr>
        </p15:guide>
        <p15:guide id="3" orient="horz" pos="1152">
          <p15:clr>
            <a:srgbClr val="FBAE40"/>
          </p15:clr>
        </p15:guide>
        <p15:guide id="4" orient="horz" pos="3832">
          <p15:clr>
            <a:srgbClr val="FBAE40"/>
          </p15:clr>
        </p15:guide>
        <p15:guide id="5" orient="horz" pos="4148">
          <p15:clr>
            <a:srgbClr val="FBAE40"/>
          </p15:clr>
        </p15:guide>
        <p15:guide id="6" orient="horz" pos="3168">
          <p15:clr>
            <a:srgbClr val="FBAE40"/>
          </p15:clr>
        </p15:guide>
        <p15:guide id="7" pos="47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and Sidebar">
  <p:cSld name="Photo and Sidebar">
    <p:spTree>
      <p:nvGrpSpPr>
        <p:cNvPr id="218" name="Shape 218"/>
        <p:cNvGrpSpPr/>
        <p:nvPr/>
      </p:nvGrpSpPr>
      <p:grpSpPr>
        <a:xfrm>
          <a:off x="0" y="0"/>
          <a:ext cx="0" cy="0"/>
          <a:chOff x="0" y="0"/>
          <a:chExt cx="0" cy="0"/>
        </a:xfrm>
      </p:grpSpPr>
      <p:sp>
        <p:nvSpPr>
          <p:cNvPr id="219" name="Google Shape;219;p41"/>
          <p:cNvSpPr txBox="1"/>
          <p:nvPr>
            <p:ph type="title"/>
          </p:nvPr>
        </p:nvSpPr>
        <p:spPr>
          <a:xfrm>
            <a:off x="365760" y="365760"/>
            <a:ext cx="11457432"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0" name="Google Shape;220;p41"/>
          <p:cNvSpPr/>
          <p:nvPr>
            <p:ph idx="2" type="pic"/>
          </p:nvPr>
        </p:nvSpPr>
        <p:spPr>
          <a:xfrm>
            <a:off x="758825" y="1828801"/>
            <a:ext cx="8121650" cy="4254500"/>
          </a:xfrm>
          <a:prstGeom prst="rect">
            <a:avLst/>
          </a:prstGeom>
          <a:solidFill>
            <a:srgbClr val="D7E0E3"/>
          </a:solidFill>
          <a:ln>
            <a:noFill/>
          </a:ln>
        </p:spPr>
      </p:sp>
      <p:sp>
        <p:nvSpPr>
          <p:cNvPr id="221" name="Google Shape;221;p41"/>
          <p:cNvSpPr txBox="1"/>
          <p:nvPr>
            <p:ph idx="1" type="body"/>
          </p:nvPr>
        </p:nvSpPr>
        <p:spPr>
          <a:xfrm>
            <a:off x="9189720" y="1828800"/>
            <a:ext cx="2633472" cy="4251960"/>
          </a:xfrm>
          <a:prstGeom prst="rect">
            <a:avLst/>
          </a:prstGeom>
          <a:noFill/>
          <a:ln>
            <a:noFill/>
          </a:ln>
        </p:spPr>
        <p:txBody>
          <a:bodyPr anchorCtr="0" anchor="t" bIns="0" lIns="0" spcFirstLastPara="1" rIns="0" wrap="square" tIns="0">
            <a:normAutofit/>
          </a:bodyPr>
          <a:lstStyle>
            <a:lvl1pPr indent="-330200" lvl="0" marL="457200" algn="l">
              <a:lnSpc>
                <a:spcPct val="100000"/>
              </a:lnSpc>
              <a:spcBef>
                <a:spcPts val="1200"/>
              </a:spcBef>
              <a:spcAft>
                <a:spcPts val="0"/>
              </a:spcAft>
              <a:buClr>
                <a:schemeClr val="dk1"/>
              </a:buClr>
              <a:buSzPts val="1600"/>
              <a:buChar char="•"/>
              <a:defRPr sz="1600"/>
            </a:lvl1pPr>
            <a:lvl2pPr indent="-330200" lvl="1" marL="914400" algn="l">
              <a:lnSpc>
                <a:spcPct val="100000"/>
              </a:lnSpc>
              <a:spcBef>
                <a:spcPts val="300"/>
              </a:spcBef>
              <a:spcAft>
                <a:spcPts val="0"/>
              </a:spcAft>
              <a:buClr>
                <a:schemeClr val="dk1"/>
              </a:buClr>
              <a:buSzPts val="1600"/>
              <a:buChar char="–"/>
              <a:defRPr sz="1600"/>
            </a:lvl2pPr>
            <a:lvl3pPr indent="-330200" lvl="2" marL="1371600" algn="l">
              <a:lnSpc>
                <a:spcPct val="100000"/>
              </a:lnSpc>
              <a:spcBef>
                <a:spcPts val="300"/>
              </a:spcBef>
              <a:spcAft>
                <a:spcPts val="0"/>
              </a:spcAft>
              <a:buClr>
                <a:schemeClr val="dk1"/>
              </a:buClr>
              <a:buSzPts val="1600"/>
              <a:buChar char="–"/>
              <a:defRPr sz="1600"/>
            </a:lvl3pPr>
            <a:lvl4pPr indent="-330200" lvl="3" marL="1828800" algn="l">
              <a:lnSpc>
                <a:spcPct val="100000"/>
              </a:lnSpc>
              <a:spcBef>
                <a:spcPts val="300"/>
              </a:spcBef>
              <a:spcAft>
                <a:spcPts val="0"/>
              </a:spcAft>
              <a:buClr>
                <a:schemeClr val="dk1"/>
              </a:buClr>
              <a:buSzPts val="1600"/>
              <a:buChar char="–"/>
              <a:defRPr sz="1600"/>
            </a:lvl4pPr>
            <a:lvl5pPr indent="-330200" lvl="4" marL="2286000" algn="l">
              <a:lnSpc>
                <a:spcPct val="100000"/>
              </a:lnSpc>
              <a:spcBef>
                <a:spcPts val="300"/>
              </a:spcBef>
              <a:spcAft>
                <a:spcPts val="0"/>
              </a:spcAft>
              <a:buClr>
                <a:schemeClr val="dk1"/>
              </a:buClr>
              <a:buSzPts val="1600"/>
              <a:buChar char="–"/>
              <a:defRPr sz="1600"/>
            </a:lvl5pPr>
            <a:lvl6pPr indent="-330200" lvl="5" marL="2743200" algn="l">
              <a:lnSpc>
                <a:spcPct val="100000"/>
              </a:lnSpc>
              <a:spcBef>
                <a:spcPts val="300"/>
              </a:spcBef>
              <a:spcAft>
                <a:spcPts val="0"/>
              </a:spcAft>
              <a:buClr>
                <a:schemeClr val="dk1"/>
              </a:buClr>
              <a:buSzPts val="1600"/>
              <a:buChar char="–"/>
              <a:defRPr sz="1600"/>
            </a:lvl6pPr>
            <a:lvl7pPr indent="-330200" lvl="6" marL="3200400" algn="l">
              <a:lnSpc>
                <a:spcPct val="100000"/>
              </a:lnSpc>
              <a:spcBef>
                <a:spcPts val="300"/>
              </a:spcBef>
              <a:spcAft>
                <a:spcPts val="0"/>
              </a:spcAft>
              <a:buClr>
                <a:schemeClr val="dk1"/>
              </a:buClr>
              <a:buSzPts val="1600"/>
              <a:buChar char="–"/>
              <a:defRPr sz="1600"/>
            </a:lvl7pPr>
            <a:lvl8pPr indent="-330200" lvl="7" marL="3657600" algn="l">
              <a:lnSpc>
                <a:spcPct val="100000"/>
              </a:lnSpc>
              <a:spcBef>
                <a:spcPts val="300"/>
              </a:spcBef>
              <a:spcAft>
                <a:spcPts val="0"/>
              </a:spcAft>
              <a:buClr>
                <a:schemeClr val="dk1"/>
              </a:buClr>
              <a:buSzPts val="1600"/>
              <a:buChar char="–"/>
              <a:defRPr sz="1600"/>
            </a:lvl8pPr>
            <a:lvl9pPr indent="-330200" lvl="8" marL="4114800" algn="l">
              <a:lnSpc>
                <a:spcPct val="100000"/>
              </a:lnSpc>
              <a:spcBef>
                <a:spcPts val="300"/>
              </a:spcBef>
              <a:spcAft>
                <a:spcPts val="0"/>
              </a:spcAft>
              <a:buClr>
                <a:schemeClr val="dk1"/>
              </a:buClr>
              <a:buSzPts val="1600"/>
              <a:buChar char="–"/>
              <a:defRPr sz="1600"/>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478">
          <p15:clr>
            <a:srgbClr val="FBAE40"/>
          </p15:clr>
        </p15:guide>
        <p15:guide id="2" pos="5594">
          <p15:clr>
            <a:srgbClr val="FBAE40"/>
          </p15:clr>
        </p15:guide>
        <p15:guide id="3" pos="5788">
          <p15:clr>
            <a:srgbClr val="FBAE40"/>
          </p15:clr>
        </p15:guide>
        <p15:guide id="4" orient="horz" pos="1152">
          <p15:clr>
            <a:srgbClr val="FBAE40"/>
          </p15:clr>
        </p15:guide>
        <p15:guide id="5" orient="horz" pos="3832">
          <p15:clr>
            <a:srgbClr val="FBAE40"/>
          </p15:clr>
        </p15:guide>
        <p15:guide id="6" orient="horz" pos="414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Photo and Sidebar">
  <p:cSld name="3_Photo and Sidebar">
    <p:spTree>
      <p:nvGrpSpPr>
        <p:cNvPr id="222" name="Shape 222"/>
        <p:cNvGrpSpPr/>
        <p:nvPr/>
      </p:nvGrpSpPr>
      <p:grpSpPr>
        <a:xfrm>
          <a:off x="0" y="0"/>
          <a:ext cx="0" cy="0"/>
          <a:chOff x="0" y="0"/>
          <a:chExt cx="0" cy="0"/>
        </a:xfrm>
      </p:grpSpPr>
      <p:sp>
        <p:nvSpPr>
          <p:cNvPr id="223" name="Google Shape;223;p42"/>
          <p:cNvSpPr txBox="1"/>
          <p:nvPr>
            <p:ph type="title"/>
          </p:nvPr>
        </p:nvSpPr>
        <p:spPr>
          <a:xfrm>
            <a:off x="365760" y="365760"/>
            <a:ext cx="4527516"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4" name="Google Shape;224;p42"/>
          <p:cNvSpPr/>
          <p:nvPr>
            <p:ph idx="2" type="pic"/>
          </p:nvPr>
        </p:nvSpPr>
        <p:spPr>
          <a:xfrm>
            <a:off x="5461686" y="0"/>
            <a:ext cx="6730314" cy="5288692"/>
          </a:xfrm>
          <a:prstGeom prst="rect">
            <a:avLst/>
          </a:prstGeom>
          <a:solidFill>
            <a:srgbClr val="D7E0E3"/>
          </a:solidFill>
          <a:ln>
            <a:noFill/>
          </a:ln>
        </p:spPr>
      </p:sp>
      <p:sp>
        <p:nvSpPr>
          <p:cNvPr id="225" name="Google Shape;225;p42"/>
          <p:cNvSpPr txBox="1"/>
          <p:nvPr>
            <p:ph idx="1" type="body"/>
          </p:nvPr>
        </p:nvSpPr>
        <p:spPr>
          <a:xfrm>
            <a:off x="365759" y="1594022"/>
            <a:ext cx="4527516" cy="4151870"/>
          </a:xfrm>
          <a:prstGeom prst="rect">
            <a:avLst/>
          </a:prstGeom>
          <a:noFill/>
          <a:ln>
            <a:noFill/>
          </a:ln>
        </p:spPr>
        <p:txBody>
          <a:bodyPr anchorCtr="0" anchor="t" bIns="0" lIns="0" spcFirstLastPara="1" rIns="0" wrap="square" tIns="0">
            <a:normAutofit/>
          </a:bodyPr>
          <a:lstStyle>
            <a:lvl1pPr indent="-330200" lvl="0" marL="457200" algn="l">
              <a:lnSpc>
                <a:spcPct val="100000"/>
              </a:lnSpc>
              <a:spcBef>
                <a:spcPts val="1200"/>
              </a:spcBef>
              <a:spcAft>
                <a:spcPts val="0"/>
              </a:spcAft>
              <a:buClr>
                <a:schemeClr val="dk1"/>
              </a:buClr>
              <a:buSzPts val="1600"/>
              <a:buChar char="•"/>
              <a:defRPr sz="1600"/>
            </a:lvl1pPr>
            <a:lvl2pPr indent="-330200" lvl="1" marL="914400" algn="l">
              <a:lnSpc>
                <a:spcPct val="100000"/>
              </a:lnSpc>
              <a:spcBef>
                <a:spcPts val="300"/>
              </a:spcBef>
              <a:spcAft>
                <a:spcPts val="0"/>
              </a:spcAft>
              <a:buClr>
                <a:schemeClr val="dk1"/>
              </a:buClr>
              <a:buSzPts val="1600"/>
              <a:buChar char="–"/>
              <a:defRPr sz="1600"/>
            </a:lvl2pPr>
            <a:lvl3pPr indent="-330200" lvl="2" marL="1371600" algn="l">
              <a:lnSpc>
                <a:spcPct val="100000"/>
              </a:lnSpc>
              <a:spcBef>
                <a:spcPts val="300"/>
              </a:spcBef>
              <a:spcAft>
                <a:spcPts val="0"/>
              </a:spcAft>
              <a:buClr>
                <a:schemeClr val="dk1"/>
              </a:buClr>
              <a:buSzPts val="1600"/>
              <a:buChar char="–"/>
              <a:defRPr sz="1600"/>
            </a:lvl3pPr>
            <a:lvl4pPr indent="-330200" lvl="3" marL="1828800" algn="l">
              <a:lnSpc>
                <a:spcPct val="100000"/>
              </a:lnSpc>
              <a:spcBef>
                <a:spcPts val="300"/>
              </a:spcBef>
              <a:spcAft>
                <a:spcPts val="0"/>
              </a:spcAft>
              <a:buClr>
                <a:schemeClr val="dk1"/>
              </a:buClr>
              <a:buSzPts val="1600"/>
              <a:buChar char="–"/>
              <a:defRPr sz="1600"/>
            </a:lvl4pPr>
            <a:lvl5pPr indent="-330200" lvl="4" marL="2286000" algn="l">
              <a:lnSpc>
                <a:spcPct val="100000"/>
              </a:lnSpc>
              <a:spcBef>
                <a:spcPts val="300"/>
              </a:spcBef>
              <a:spcAft>
                <a:spcPts val="0"/>
              </a:spcAft>
              <a:buClr>
                <a:schemeClr val="dk1"/>
              </a:buClr>
              <a:buSzPts val="1600"/>
              <a:buChar char="–"/>
              <a:defRPr sz="1600"/>
            </a:lvl5pPr>
            <a:lvl6pPr indent="-330200" lvl="5" marL="2743200" algn="l">
              <a:lnSpc>
                <a:spcPct val="100000"/>
              </a:lnSpc>
              <a:spcBef>
                <a:spcPts val="300"/>
              </a:spcBef>
              <a:spcAft>
                <a:spcPts val="0"/>
              </a:spcAft>
              <a:buClr>
                <a:schemeClr val="dk1"/>
              </a:buClr>
              <a:buSzPts val="1600"/>
              <a:buChar char="–"/>
              <a:defRPr sz="1600"/>
            </a:lvl6pPr>
            <a:lvl7pPr indent="-330200" lvl="6" marL="3200400" algn="l">
              <a:lnSpc>
                <a:spcPct val="100000"/>
              </a:lnSpc>
              <a:spcBef>
                <a:spcPts val="300"/>
              </a:spcBef>
              <a:spcAft>
                <a:spcPts val="0"/>
              </a:spcAft>
              <a:buClr>
                <a:schemeClr val="dk1"/>
              </a:buClr>
              <a:buSzPts val="1600"/>
              <a:buChar char="–"/>
              <a:defRPr sz="1600"/>
            </a:lvl7pPr>
            <a:lvl8pPr indent="-330200" lvl="7" marL="3657600" algn="l">
              <a:lnSpc>
                <a:spcPct val="100000"/>
              </a:lnSpc>
              <a:spcBef>
                <a:spcPts val="300"/>
              </a:spcBef>
              <a:spcAft>
                <a:spcPts val="0"/>
              </a:spcAft>
              <a:buClr>
                <a:schemeClr val="dk1"/>
              </a:buClr>
              <a:buSzPts val="1600"/>
              <a:buChar char="–"/>
              <a:defRPr sz="1600"/>
            </a:lvl8pPr>
            <a:lvl9pPr indent="-330200" lvl="8" marL="4114800" algn="l">
              <a:lnSpc>
                <a:spcPct val="100000"/>
              </a:lnSpc>
              <a:spcBef>
                <a:spcPts val="300"/>
              </a:spcBef>
              <a:spcAft>
                <a:spcPts val="0"/>
              </a:spcAft>
              <a:buClr>
                <a:schemeClr val="dk1"/>
              </a:buClr>
              <a:buSzPts val="1600"/>
              <a:buChar char="–"/>
              <a:defRPr sz="1600"/>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478">
          <p15:clr>
            <a:srgbClr val="FBAE40"/>
          </p15:clr>
        </p15:guide>
        <p15:guide id="2" pos="5594">
          <p15:clr>
            <a:srgbClr val="FBAE40"/>
          </p15:clr>
        </p15:guide>
        <p15:guide id="3" pos="5788">
          <p15:clr>
            <a:srgbClr val="FBAE40"/>
          </p15:clr>
        </p15:guide>
        <p15:guide id="4" orient="horz" pos="1152">
          <p15:clr>
            <a:srgbClr val="FBAE40"/>
          </p15:clr>
        </p15:guide>
        <p15:guide id="5" orient="horz" pos="3832">
          <p15:clr>
            <a:srgbClr val="FBAE40"/>
          </p15:clr>
        </p15:guide>
        <p15:guide id="6" orient="horz" pos="4148">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hoto and Sidebar">
  <p:cSld name="2_Photo and Sidebar">
    <p:spTree>
      <p:nvGrpSpPr>
        <p:cNvPr id="226" name="Shape 226"/>
        <p:cNvGrpSpPr/>
        <p:nvPr/>
      </p:nvGrpSpPr>
      <p:grpSpPr>
        <a:xfrm>
          <a:off x="0" y="0"/>
          <a:ext cx="0" cy="0"/>
          <a:chOff x="0" y="0"/>
          <a:chExt cx="0" cy="0"/>
        </a:xfrm>
      </p:grpSpPr>
      <p:sp>
        <p:nvSpPr>
          <p:cNvPr id="227" name="Google Shape;227;p43"/>
          <p:cNvSpPr/>
          <p:nvPr>
            <p:ph idx="2" type="pic"/>
          </p:nvPr>
        </p:nvSpPr>
        <p:spPr>
          <a:xfrm>
            <a:off x="0" y="0"/>
            <a:ext cx="8711514" cy="5647038"/>
          </a:xfrm>
          <a:prstGeom prst="rect">
            <a:avLst/>
          </a:prstGeom>
          <a:solidFill>
            <a:srgbClr val="D7E0E3"/>
          </a:solidFill>
          <a:ln>
            <a:noFill/>
          </a:ln>
        </p:spPr>
      </p:sp>
      <p:sp>
        <p:nvSpPr>
          <p:cNvPr id="228" name="Google Shape;228;p43"/>
          <p:cNvSpPr txBox="1"/>
          <p:nvPr>
            <p:ph idx="1" type="body"/>
          </p:nvPr>
        </p:nvSpPr>
        <p:spPr>
          <a:xfrm>
            <a:off x="9189720" y="444843"/>
            <a:ext cx="2633472" cy="4251960"/>
          </a:xfrm>
          <a:prstGeom prst="rect">
            <a:avLst/>
          </a:prstGeom>
          <a:noFill/>
          <a:ln>
            <a:noFill/>
          </a:ln>
        </p:spPr>
        <p:txBody>
          <a:bodyPr anchorCtr="0" anchor="t" bIns="0" lIns="0" spcFirstLastPara="1" rIns="0" wrap="square" tIns="0">
            <a:normAutofit/>
          </a:bodyPr>
          <a:lstStyle>
            <a:lvl1pPr indent="-330200" lvl="0" marL="457200" algn="l">
              <a:lnSpc>
                <a:spcPct val="100000"/>
              </a:lnSpc>
              <a:spcBef>
                <a:spcPts val="1200"/>
              </a:spcBef>
              <a:spcAft>
                <a:spcPts val="0"/>
              </a:spcAft>
              <a:buClr>
                <a:schemeClr val="dk1"/>
              </a:buClr>
              <a:buSzPts val="1600"/>
              <a:buChar char="•"/>
              <a:defRPr sz="1600"/>
            </a:lvl1pPr>
            <a:lvl2pPr indent="-330200" lvl="1" marL="914400" algn="l">
              <a:lnSpc>
                <a:spcPct val="100000"/>
              </a:lnSpc>
              <a:spcBef>
                <a:spcPts val="300"/>
              </a:spcBef>
              <a:spcAft>
                <a:spcPts val="0"/>
              </a:spcAft>
              <a:buClr>
                <a:schemeClr val="dk1"/>
              </a:buClr>
              <a:buSzPts val="1600"/>
              <a:buChar char="–"/>
              <a:defRPr sz="1600"/>
            </a:lvl2pPr>
            <a:lvl3pPr indent="-330200" lvl="2" marL="1371600" algn="l">
              <a:lnSpc>
                <a:spcPct val="100000"/>
              </a:lnSpc>
              <a:spcBef>
                <a:spcPts val="300"/>
              </a:spcBef>
              <a:spcAft>
                <a:spcPts val="0"/>
              </a:spcAft>
              <a:buClr>
                <a:schemeClr val="dk1"/>
              </a:buClr>
              <a:buSzPts val="1600"/>
              <a:buChar char="–"/>
              <a:defRPr sz="1600"/>
            </a:lvl3pPr>
            <a:lvl4pPr indent="-330200" lvl="3" marL="1828800" algn="l">
              <a:lnSpc>
                <a:spcPct val="100000"/>
              </a:lnSpc>
              <a:spcBef>
                <a:spcPts val="300"/>
              </a:spcBef>
              <a:spcAft>
                <a:spcPts val="0"/>
              </a:spcAft>
              <a:buClr>
                <a:schemeClr val="dk1"/>
              </a:buClr>
              <a:buSzPts val="1600"/>
              <a:buChar char="–"/>
              <a:defRPr sz="1600"/>
            </a:lvl4pPr>
            <a:lvl5pPr indent="-330200" lvl="4" marL="2286000" algn="l">
              <a:lnSpc>
                <a:spcPct val="100000"/>
              </a:lnSpc>
              <a:spcBef>
                <a:spcPts val="300"/>
              </a:spcBef>
              <a:spcAft>
                <a:spcPts val="0"/>
              </a:spcAft>
              <a:buClr>
                <a:schemeClr val="dk1"/>
              </a:buClr>
              <a:buSzPts val="1600"/>
              <a:buChar char="–"/>
              <a:defRPr sz="1600"/>
            </a:lvl5pPr>
            <a:lvl6pPr indent="-330200" lvl="5" marL="2743200" algn="l">
              <a:lnSpc>
                <a:spcPct val="100000"/>
              </a:lnSpc>
              <a:spcBef>
                <a:spcPts val="300"/>
              </a:spcBef>
              <a:spcAft>
                <a:spcPts val="0"/>
              </a:spcAft>
              <a:buClr>
                <a:schemeClr val="dk1"/>
              </a:buClr>
              <a:buSzPts val="1600"/>
              <a:buChar char="–"/>
              <a:defRPr sz="1600"/>
            </a:lvl6pPr>
            <a:lvl7pPr indent="-330200" lvl="6" marL="3200400" algn="l">
              <a:lnSpc>
                <a:spcPct val="100000"/>
              </a:lnSpc>
              <a:spcBef>
                <a:spcPts val="300"/>
              </a:spcBef>
              <a:spcAft>
                <a:spcPts val="0"/>
              </a:spcAft>
              <a:buClr>
                <a:schemeClr val="dk1"/>
              </a:buClr>
              <a:buSzPts val="1600"/>
              <a:buChar char="–"/>
              <a:defRPr sz="1600"/>
            </a:lvl7pPr>
            <a:lvl8pPr indent="-330200" lvl="7" marL="3657600" algn="l">
              <a:lnSpc>
                <a:spcPct val="100000"/>
              </a:lnSpc>
              <a:spcBef>
                <a:spcPts val="300"/>
              </a:spcBef>
              <a:spcAft>
                <a:spcPts val="0"/>
              </a:spcAft>
              <a:buClr>
                <a:schemeClr val="dk1"/>
              </a:buClr>
              <a:buSzPts val="1600"/>
              <a:buChar char="–"/>
              <a:defRPr sz="1600"/>
            </a:lvl8pPr>
            <a:lvl9pPr indent="-330200" lvl="8" marL="4114800" algn="l">
              <a:lnSpc>
                <a:spcPct val="100000"/>
              </a:lnSpc>
              <a:spcBef>
                <a:spcPts val="300"/>
              </a:spcBef>
              <a:spcAft>
                <a:spcPts val="0"/>
              </a:spcAft>
              <a:buClr>
                <a:schemeClr val="dk1"/>
              </a:buClr>
              <a:buSzPts val="1600"/>
              <a:buChar char="–"/>
              <a:defRPr sz="1600"/>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478">
          <p15:clr>
            <a:srgbClr val="FBAE40"/>
          </p15:clr>
        </p15:guide>
        <p15:guide id="2" pos="5594">
          <p15:clr>
            <a:srgbClr val="FBAE40"/>
          </p15:clr>
        </p15:guide>
        <p15:guide id="3" pos="5788">
          <p15:clr>
            <a:srgbClr val="FBAE40"/>
          </p15:clr>
        </p15:guide>
        <p15:guide id="4" orient="horz" pos="1152">
          <p15:clr>
            <a:srgbClr val="FBAE40"/>
          </p15:clr>
        </p15:guide>
        <p15:guide id="5" orient="horz" pos="3832">
          <p15:clr>
            <a:srgbClr val="FBAE40"/>
          </p15:clr>
        </p15:guide>
        <p15:guide id="6" orient="horz" pos="4148">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Cluster 02">
  <p:cSld name="Text Cluster 02">
    <p:spTree>
      <p:nvGrpSpPr>
        <p:cNvPr id="229" name="Shape 229"/>
        <p:cNvGrpSpPr/>
        <p:nvPr/>
      </p:nvGrpSpPr>
      <p:grpSpPr>
        <a:xfrm>
          <a:off x="0" y="0"/>
          <a:ext cx="0" cy="0"/>
          <a:chOff x="0" y="0"/>
          <a:chExt cx="0" cy="0"/>
        </a:xfrm>
      </p:grpSpPr>
      <p:sp>
        <p:nvSpPr>
          <p:cNvPr id="230" name="Google Shape;230;p44"/>
          <p:cNvSpPr txBox="1"/>
          <p:nvPr>
            <p:ph type="title"/>
          </p:nvPr>
        </p:nvSpPr>
        <p:spPr>
          <a:xfrm>
            <a:off x="365760" y="365760"/>
            <a:ext cx="7205471"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1" name="Google Shape;231;p44"/>
          <p:cNvSpPr txBox="1"/>
          <p:nvPr>
            <p:ph idx="1" type="body"/>
          </p:nvPr>
        </p:nvSpPr>
        <p:spPr>
          <a:xfrm>
            <a:off x="7708392" y="365760"/>
            <a:ext cx="4114800" cy="4114800"/>
          </a:xfrm>
          <a:prstGeom prst="rect">
            <a:avLst/>
          </a:prstGeom>
          <a:solidFill>
            <a:srgbClr val="003C51"/>
          </a:solidFill>
          <a:ln>
            <a:noFill/>
          </a:ln>
        </p:spPr>
        <p:txBody>
          <a:bodyPr anchorCtr="0" anchor="t" bIns="182875" lIns="274300" spcFirstLastPara="1" rIns="182875" wrap="square" tIns="274300">
            <a:noAutofit/>
          </a:bodyPr>
          <a:lstStyle>
            <a:lvl1pPr indent="-228600" lvl="0" marL="457200" algn="l">
              <a:lnSpc>
                <a:spcPct val="100000"/>
              </a:lnSpc>
              <a:spcBef>
                <a:spcPts val="1200"/>
              </a:spcBef>
              <a:spcAft>
                <a:spcPts val="0"/>
              </a:spcAft>
              <a:buClr>
                <a:schemeClr val="lt1"/>
              </a:buClr>
              <a:buSzPts val="1600"/>
              <a:buNone/>
              <a:defRPr sz="1600">
                <a:solidFill>
                  <a:schemeClr val="lt1"/>
                </a:solidFill>
              </a:defRPr>
            </a:lvl1pPr>
            <a:lvl2pPr indent="-330200" lvl="1" marL="914400" algn="l">
              <a:lnSpc>
                <a:spcPct val="100000"/>
              </a:lnSpc>
              <a:spcBef>
                <a:spcPts val="1200"/>
              </a:spcBef>
              <a:spcAft>
                <a:spcPts val="0"/>
              </a:spcAft>
              <a:buClr>
                <a:schemeClr val="lt1"/>
              </a:buClr>
              <a:buSzPts val="1600"/>
              <a:buFont typeface="Arial"/>
              <a:buChar char="•"/>
              <a:defRPr sz="1600">
                <a:solidFill>
                  <a:schemeClr val="lt1"/>
                </a:solidFill>
              </a:defRPr>
            </a:lvl2pPr>
            <a:lvl3pPr indent="-330200" lvl="2" marL="1371600" algn="l">
              <a:lnSpc>
                <a:spcPct val="100000"/>
              </a:lnSpc>
              <a:spcBef>
                <a:spcPts val="300"/>
              </a:spcBef>
              <a:spcAft>
                <a:spcPts val="0"/>
              </a:spcAft>
              <a:buClr>
                <a:schemeClr val="lt1"/>
              </a:buClr>
              <a:buSzPts val="1600"/>
              <a:buChar char="–"/>
              <a:defRPr sz="1600">
                <a:solidFill>
                  <a:schemeClr val="lt1"/>
                </a:solidFill>
              </a:defRPr>
            </a:lvl3pPr>
            <a:lvl4pPr indent="-330200" lvl="3" marL="1828800" algn="l">
              <a:lnSpc>
                <a:spcPct val="100000"/>
              </a:lnSpc>
              <a:spcBef>
                <a:spcPts val="300"/>
              </a:spcBef>
              <a:spcAft>
                <a:spcPts val="0"/>
              </a:spcAft>
              <a:buClr>
                <a:schemeClr val="lt1"/>
              </a:buClr>
              <a:buSzPts val="1600"/>
              <a:buChar char="–"/>
              <a:defRPr sz="1600">
                <a:solidFill>
                  <a:schemeClr val="lt1"/>
                </a:solidFill>
              </a:defRPr>
            </a:lvl4pPr>
            <a:lvl5pPr indent="-330200" lvl="4" marL="2286000" algn="l">
              <a:lnSpc>
                <a:spcPct val="100000"/>
              </a:lnSpc>
              <a:spcBef>
                <a:spcPts val="300"/>
              </a:spcBef>
              <a:spcAft>
                <a:spcPts val="0"/>
              </a:spcAft>
              <a:buClr>
                <a:schemeClr val="lt1"/>
              </a:buClr>
              <a:buSzPts val="1600"/>
              <a:buChar char="–"/>
              <a:defRPr sz="1600">
                <a:solidFill>
                  <a:schemeClr val="lt1"/>
                </a:solidFill>
              </a:defRPr>
            </a:lvl5pPr>
            <a:lvl6pPr indent="-330200" lvl="5" marL="2743200" algn="l">
              <a:lnSpc>
                <a:spcPct val="100000"/>
              </a:lnSpc>
              <a:spcBef>
                <a:spcPts val="300"/>
              </a:spcBef>
              <a:spcAft>
                <a:spcPts val="0"/>
              </a:spcAft>
              <a:buClr>
                <a:schemeClr val="lt1"/>
              </a:buClr>
              <a:buSzPts val="1600"/>
              <a:buChar char="–"/>
              <a:defRPr sz="1600">
                <a:solidFill>
                  <a:schemeClr val="lt1"/>
                </a:solidFill>
              </a:defRPr>
            </a:lvl6pPr>
            <a:lvl7pPr indent="-330200" lvl="6" marL="3200400" algn="l">
              <a:lnSpc>
                <a:spcPct val="100000"/>
              </a:lnSpc>
              <a:spcBef>
                <a:spcPts val="300"/>
              </a:spcBef>
              <a:spcAft>
                <a:spcPts val="0"/>
              </a:spcAft>
              <a:buClr>
                <a:schemeClr val="lt1"/>
              </a:buClr>
              <a:buSzPts val="1600"/>
              <a:buChar char="–"/>
              <a:defRPr sz="1600">
                <a:solidFill>
                  <a:schemeClr val="lt1"/>
                </a:solidFill>
              </a:defRPr>
            </a:lvl7pPr>
            <a:lvl8pPr indent="-330200" lvl="7" marL="3657600" algn="l">
              <a:lnSpc>
                <a:spcPct val="100000"/>
              </a:lnSpc>
              <a:spcBef>
                <a:spcPts val="300"/>
              </a:spcBef>
              <a:spcAft>
                <a:spcPts val="0"/>
              </a:spcAft>
              <a:buClr>
                <a:schemeClr val="lt1"/>
              </a:buClr>
              <a:buSzPts val="1600"/>
              <a:buChar char="–"/>
              <a:defRPr sz="1600">
                <a:solidFill>
                  <a:schemeClr val="lt1"/>
                </a:solidFill>
              </a:defRPr>
            </a:lvl8pPr>
            <a:lvl9pPr indent="-330200" lvl="8" marL="4114800" algn="l">
              <a:lnSpc>
                <a:spcPct val="100000"/>
              </a:lnSpc>
              <a:spcBef>
                <a:spcPts val="300"/>
              </a:spcBef>
              <a:spcAft>
                <a:spcPts val="0"/>
              </a:spcAft>
              <a:buClr>
                <a:schemeClr val="lt1"/>
              </a:buClr>
              <a:buSzPts val="1600"/>
              <a:buChar char="–"/>
              <a:defRPr sz="1600">
                <a:solidFill>
                  <a:schemeClr val="lt1"/>
                </a:solidFill>
              </a:defRPr>
            </a:lvl9pPr>
          </a:lstStyle>
          <a:p/>
        </p:txBody>
      </p:sp>
      <p:sp>
        <p:nvSpPr>
          <p:cNvPr id="232" name="Google Shape;232;p44"/>
          <p:cNvSpPr txBox="1"/>
          <p:nvPr>
            <p:ph idx="2" type="body"/>
          </p:nvPr>
        </p:nvSpPr>
        <p:spPr>
          <a:xfrm>
            <a:off x="365758" y="1554480"/>
            <a:ext cx="4114800" cy="2194560"/>
          </a:xfrm>
          <a:prstGeom prst="rect">
            <a:avLst/>
          </a:prstGeom>
          <a:solidFill>
            <a:srgbClr val="881E87"/>
          </a:solidFill>
          <a:ln>
            <a:noFill/>
          </a:ln>
        </p:spPr>
        <p:txBody>
          <a:bodyPr anchorCtr="0" anchor="t" bIns="182875" lIns="274300" spcFirstLastPara="1" rIns="182875" wrap="square" tIns="274300">
            <a:noAutofit/>
          </a:bodyPr>
          <a:lstStyle>
            <a:lvl1pPr indent="-228600" lvl="0" marL="457200" algn="l">
              <a:lnSpc>
                <a:spcPct val="100000"/>
              </a:lnSpc>
              <a:spcBef>
                <a:spcPts val="1200"/>
              </a:spcBef>
              <a:spcAft>
                <a:spcPts val="0"/>
              </a:spcAft>
              <a:buClr>
                <a:schemeClr val="lt1"/>
              </a:buClr>
              <a:buSzPts val="1600"/>
              <a:buNone/>
              <a:defRPr sz="1600">
                <a:solidFill>
                  <a:schemeClr val="lt1"/>
                </a:solidFill>
              </a:defRPr>
            </a:lvl1pPr>
            <a:lvl2pPr indent="-330200" lvl="1" marL="914400" algn="l">
              <a:lnSpc>
                <a:spcPct val="100000"/>
              </a:lnSpc>
              <a:spcBef>
                <a:spcPts val="1200"/>
              </a:spcBef>
              <a:spcAft>
                <a:spcPts val="0"/>
              </a:spcAft>
              <a:buClr>
                <a:schemeClr val="lt1"/>
              </a:buClr>
              <a:buSzPts val="1600"/>
              <a:buFont typeface="Arial"/>
              <a:buChar char="•"/>
              <a:defRPr sz="1600">
                <a:solidFill>
                  <a:schemeClr val="lt1"/>
                </a:solidFill>
              </a:defRPr>
            </a:lvl2pPr>
            <a:lvl3pPr indent="-330200" lvl="2" marL="1371600" algn="l">
              <a:lnSpc>
                <a:spcPct val="100000"/>
              </a:lnSpc>
              <a:spcBef>
                <a:spcPts val="300"/>
              </a:spcBef>
              <a:spcAft>
                <a:spcPts val="0"/>
              </a:spcAft>
              <a:buClr>
                <a:schemeClr val="lt1"/>
              </a:buClr>
              <a:buSzPts val="1600"/>
              <a:buChar char="–"/>
              <a:defRPr sz="1600">
                <a:solidFill>
                  <a:schemeClr val="lt1"/>
                </a:solidFill>
              </a:defRPr>
            </a:lvl3pPr>
            <a:lvl4pPr indent="-330200" lvl="3" marL="1828800" algn="l">
              <a:lnSpc>
                <a:spcPct val="100000"/>
              </a:lnSpc>
              <a:spcBef>
                <a:spcPts val="300"/>
              </a:spcBef>
              <a:spcAft>
                <a:spcPts val="0"/>
              </a:spcAft>
              <a:buClr>
                <a:schemeClr val="lt1"/>
              </a:buClr>
              <a:buSzPts val="1600"/>
              <a:buChar char="–"/>
              <a:defRPr sz="1600">
                <a:solidFill>
                  <a:schemeClr val="lt1"/>
                </a:solidFill>
              </a:defRPr>
            </a:lvl4pPr>
            <a:lvl5pPr indent="-330200" lvl="4" marL="2286000" algn="l">
              <a:lnSpc>
                <a:spcPct val="100000"/>
              </a:lnSpc>
              <a:spcBef>
                <a:spcPts val="300"/>
              </a:spcBef>
              <a:spcAft>
                <a:spcPts val="0"/>
              </a:spcAft>
              <a:buClr>
                <a:schemeClr val="lt1"/>
              </a:buClr>
              <a:buSzPts val="1600"/>
              <a:buChar char="–"/>
              <a:defRPr sz="1600">
                <a:solidFill>
                  <a:schemeClr val="lt1"/>
                </a:solidFill>
              </a:defRPr>
            </a:lvl5pPr>
            <a:lvl6pPr indent="-330200" lvl="5" marL="2743200" algn="l">
              <a:lnSpc>
                <a:spcPct val="100000"/>
              </a:lnSpc>
              <a:spcBef>
                <a:spcPts val="300"/>
              </a:spcBef>
              <a:spcAft>
                <a:spcPts val="0"/>
              </a:spcAft>
              <a:buClr>
                <a:schemeClr val="lt1"/>
              </a:buClr>
              <a:buSzPts val="1600"/>
              <a:buChar char="–"/>
              <a:defRPr sz="1600">
                <a:solidFill>
                  <a:schemeClr val="lt1"/>
                </a:solidFill>
              </a:defRPr>
            </a:lvl6pPr>
            <a:lvl7pPr indent="-330200" lvl="6" marL="3200400" algn="l">
              <a:lnSpc>
                <a:spcPct val="100000"/>
              </a:lnSpc>
              <a:spcBef>
                <a:spcPts val="300"/>
              </a:spcBef>
              <a:spcAft>
                <a:spcPts val="0"/>
              </a:spcAft>
              <a:buClr>
                <a:schemeClr val="lt1"/>
              </a:buClr>
              <a:buSzPts val="1600"/>
              <a:buChar char="–"/>
              <a:defRPr sz="1600">
                <a:solidFill>
                  <a:schemeClr val="lt1"/>
                </a:solidFill>
              </a:defRPr>
            </a:lvl7pPr>
            <a:lvl8pPr indent="-330200" lvl="7" marL="3657600" algn="l">
              <a:lnSpc>
                <a:spcPct val="100000"/>
              </a:lnSpc>
              <a:spcBef>
                <a:spcPts val="300"/>
              </a:spcBef>
              <a:spcAft>
                <a:spcPts val="0"/>
              </a:spcAft>
              <a:buClr>
                <a:schemeClr val="lt1"/>
              </a:buClr>
              <a:buSzPts val="1600"/>
              <a:buChar char="–"/>
              <a:defRPr sz="1600">
                <a:solidFill>
                  <a:schemeClr val="lt1"/>
                </a:solidFill>
              </a:defRPr>
            </a:lvl8pPr>
            <a:lvl9pPr indent="-330200" lvl="8" marL="4114800" algn="l">
              <a:lnSpc>
                <a:spcPct val="100000"/>
              </a:lnSpc>
              <a:spcBef>
                <a:spcPts val="300"/>
              </a:spcBef>
              <a:spcAft>
                <a:spcPts val="0"/>
              </a:spcAft>
              <a:buClr>
                <a:schemeClr val="lt1"/>
              </a:buClr>
              <a:buSzPts val="1600"/>
              <a:buChar char="–"/>
              <a:defRPr sz="1600">
                <a:solidFill>
                  <a:schemeClr val="lt1"/>
                </a:solidFill>
              </a:defRPr>
            </a:lvl9pPr>
          </a:lstStyle>
          <a:p/>
        </p:txBody>
      </p:sp>
      <p:sp>
        <p:nvSpPr>
          <p:cNvPr id="233" name="Google Shape;233;p44"/>
          <p:cNvSpPr txBox="1"/>
          <p:nvPr>
            <p:ph idx="3" type="body"/>
          </p:nvPr>
        </p:nvSpPr>
        <p:spPr>
          <a:xfrm>
            <a:off x="4617719" y="2103118"/>
            <a:ext cx="2953512" cy="3246120"/>
          </a:xfrm>
          <a:prstGeom prst="rect">
            <a:avLst/>
          </a:prstGeom>
          <a:solidFill>
            <a:srgbClr val="006E74"/>
          </a:solidFill>
          <a:ln>
            <a:noFill/>
          </a:ln>
        </p:spPr>
        <p:txBody>
          <a:bodyPr anchorCtr="0" anchor="t" bIns="182875" lIns="274300" spcFirstLastPara="1" rIns="182875" wrap="square" tIns="274300">
            <a:noAutofit/>
          </a:bodyPr>
          <a:lstStyle>
            <a:lvl1pPr indent="-228600" lvl="0" marL="457200" algn="l">
              <a:lnSpc>
                <a:spcPct val="100000"/>
              </a:lnSpc>
              <a:spcBef>
                <a:spcPts val="1200"/>
              </a:spcBef>
              <a:spcAft>
                <a:spcPts val="0"/>
              </a:spcAft>
              <a:buClr>
                <a:schemeClr val="lt1"/>
              </a:buClr>
              <a:buSzPts val="1600"/>
              <a:buNone/>
              <a:defRPr sz="1600">
                <a:solidFill>
                  <a:schemeClr val="lt1"/>
                </a:solidFill>
              </a:defRPr>
            </a:lvl1pPr>
            <a:lvl2pPr indent="-330200" lvl="1" marL="914400" algn="l">
              <a:lnSpc>
                <a:spcPct val="100000"/>
              </a:lnSpc>
              <a:spcBef>
                <a:spcPts val="1200"/>
              </a:spcBef>
              <a:spcAft>
                <a:spcPts val="0"/>
              </a:spcAft>
              <a:buClr>
                <a:schemeClr val="lt1"/>
              </a:buClr>
              <a:buSzPts val="1600"/>
              <a:buFont typeface="Arial"/>
              <a:buChar char="•"/>
              <a:defRPr sz="1600">
                <a:solidFill>
                  <a:schemeClr val="lt1"/>
                </a:solidFill>
              </a:defRPr>
            </a:lvl2pPr>
            <a:lvl3pPr indent="-330200" lvl="2" marL="1371600" algn="l">
              <a:lnSpc>
                <a:spcPct val="100000"/>
              </a:lnSpc>
              <a:spcBef>
                <a:spcPts val="300"/>
              </a:spcBef>
              <a:spcAft>
                <a:spcPts val="0"/>
              </a:spcAft>
              <a:buClr>
                <a:schemeClr val="lt1"/>
              </a:buClr>
              <a:buSzPts val="1600"/>
              <a:buChar char="–"/>
              <a:defRPr sz="1600">
                <a:solidFill>
                  <a:schemeClr val="lt1"/>
                </a:solidFill>
              </a:defRPr>
            </a:lvl3pPr>
            <a:lvl4pPr indent="-330200" lvl="3" marL="1828800" algn="l">
              <a:lnSpc>
                <a:spcPct val="100000"/>
              </a:lnSpc>
              <a:spcBef>
                <a:spcPts val="300"/>
              </a:spcBef>
              <a:spcAft>
                <a:spcPts val="0"/>
              </a:spcAft>
              <a:buClr>
                <a:schemeClr val="lt1"/>
              </a:buClr>
              <a:buSzPts val="1600"/>
              <a:buChar char="–"/>
              <a:defRPr sz="1600">
                <a:solidFill>
                  <a:schemeClr val="lt1"/>
                </a:solidFill>
              </a:defRPr>
            </a:lvl4pPr>
            <a:lvl5pPr indent="-330200" lvl="4" marL="2286000" algn="l">
              <a:lnSpc>
                <a:spcPct val="100000"/>
              </a:lnSpc>
              <a:spcBef>
                <a:spcPts val="300"/>
              </a:spcBef>
              <a:spcAft>
                <a:spcPts val="0"/>
              </a:spcAft>
              <a:buClr>
                <a:schemeClr val="lt1"/>
              </a:buClr>
              <a:buSzPts val="1600"/>
              <a:buChar char="–"/>
              <a:defRPr sz="1600">
                <a:solidFill>
                  <a:schemeClr val="lt1"/>
                </a:solidFill>
              </a:defRPr>
            </a:lvl5pPr>
            <a:lvl6pPr indent="-330200" lvl="5" marL="2743200" algn="l">
              <a:lnSpc>
                <a:spcPct val="100000"/>
              </a:lnSpc>
              <a:spcBef>
                <a:spcPts val="300"/>
              </a:spcBef>
              <a:spcAft>
                <a:spcPts val="0"/>
              </a:spcAft>
              <a:buClr>
                <a:schemeClr val="lt1"/>
              </a:buClr>
              <a:buSzPts val="1600"/>
              <a:buChar char="–"/>
              <a:defRPr sz="1600">
                <a:solidFill>
                  <a:schemeClr val="lt1"/>
                </a:solidFill>
              </a:defRPr>
            </a:lvl6pPr>
            <a:lvl7pPr indent="-330200" lvl="6" marL="3200400" algn="l">
              <a:lnSpc>
                <a:spcPct val="100000"/>
              </a:lnSpc>
              <a:spcBef>
                <a:spcPts val="300"/>
              </a:spcBef>
              <a:spcAft>
                <a:spcPts val="0"/>
              </a:spcAft>
              <a:buClr>
                <a:schemeClr val="lt1"/>
              </a:buClr>
              <a:buSzPts val="1600"/>
              <a:buChar char="–"/>
              <a:defRPr sz="1600">
                <a:solidFill>
                  <a:schemeClr val="lt1"/>
                </a:solidFill>
              </a:defRPr>
            </a:lvl7pPr>
            <a:lvl8pPr indent="-330200" lvl="7" marL="3657600" algn="l">
              <a:lnSpc>
                <a:spcPct val="100000"/>
              </a:lnSpc>
              <a:spcBef>
                <a:spcPts val="300"/>
              </a:spcBef>
              <a:spcAft>
                <a:spcPts val="0"/>
              </a:spcAft>
              <a:buClr>
                <a:schemeClr val="lt1"/>
              </a:buClr>
              <a:buSzPts val="1600"/>
              <a:buChar char="–"/>
              <a:defRPr sz="1600">
                <a:solidFill>
                  <a:schemeClr val="lt1"/>
                </a:solidFill>
              </a:defRPr>
            </a:lvl8pPr>
            <a:lvl9pPr indent="-330200" lvl="8" marL="4114800" algn="l">
              <a:lnSpc>
                <a:spcPct val="100000"/>
              </a:lnSpc>
              <a:spcBef>
                <a:spcPts val="300"/>
              </a:spcBef>
              <a:spcAft>
                <a:spcPts val="0"/>
              </a:spcAft>
              <a:buClr>
                <a:schemeClr val="lt1"/>
              </a:buClr>
              <a:buSzPts val="1600"/>
              <a:buChar char="–"/>
              <a:defRPr sz="1600">
                <a:solidFill>
                  <a:schemeClr val="lt1"/>
                </a:solidFill>
              </a:defRPr>
            </a:lvl9pPr>
          </a:lstStyle>
          <a:p/>
        </p:txBody>
      </p:sp>
      <p:sp>
        <p:nvSpPr>
          <p:cNvPr id="234" name="Google Shape;234;p44"/>
          <p:cNvSpPr txBox="1"/>
          <p:nvPr>
            <p:ph idx="4" type="body"/>
          </p:nvPr>
        </p:nvSpPr>
        <p:spPr>
          <a:xfrm>
            <a:off x="7708392" y="4617720"/>
            <a:ext cx="2971800" cy="1463040"/>
          </a:xfrm>
          <a:prstGeom prst="rect">
            <a:avLst/>
          </a:prstGeom>
          <a:solidFill>
            <a:srgbClr val="0097AC"/>
          </a:solidFill>
          <a:ln>
            <a:noFill/>
          </a:ln>
        </p:spPr>
        <p:txBody>
          <a:bodyPr anchorCtr="0" anchor="t" bIns="182875" lIns="274300" spcFirstLastPara="1" rIns="182875" wrap="square" tIns="274300">
            <a:noAutofit/>
          </a:bodyPr>
          <a:lstStyle>
            <a:lvl1pPr indent="-228600" lvl="0" marL="457200" algn="l">
              <a:lnSpc>
                <a:spcPct val="100000"/>
              </a:lnSpc>
              <a:spcBef>
                <a:spcPts val="1200"/>
              </a:spcBef>
              <a:spcAft>
                <a:spcPts val="0"/>
              </a:spcAft>
              <a:buClr>
                <a:schemeClr val="lt1"/>
              </a:buClr>
              <a:buSzPts val="1600"/>
              <a:buNone/>
              <a:defRPr sz="1600">
                <a:solidFill>
                  <a:schemeClr val="lt1"/>
                </a:solidFill>
              </a:defRPr>
            </a:lvl1pPr>
            <a:lvl2pPr indent="-330200" lvl="1" marL="914400" algn="l">
              <a:lnSpc>
                <a:spcPct val="100000"/>
              </a:lnSpc>
              <a:spcBef>
                <a:spcPts val="1200"/>
              </a:spcBef>
              <a:spcAft>
                <a:spcPts val="0"/>
              </a:spcAft>
              <a:buClr>
                <a:schemeClr val="lt1"/>
              </a:buClr>
              <a:buSzPts val="1600"/>
              <a:buFont typeface="Arial"/>
              <a:buChar char="•"/>
              <a:defRPr sz="1600">
                <a:solidFill>
                  <a:schemeClr val="lt1"/>
                </a:solidFill>
              </a:defRPr>
            </a:lvl2pPr>
            <a:lvl3pPr indent="-330200" lvl="2" marL="1371600" algn="l">
              <a:lnSpc>
                <a:spcPct val="100000"/>
              </a:lnSpc>
              <a:spcBef>
                <a:spcPts val="300"/>
              </a:spcBef>
              <a:spcAft>
                <a:spcPts val="0"/>
              </a:spcAft>
              <a:buClr>
                <a:schemeClr val="lt1"/>
              </a:buClr>
              <a:buSzPts val="1600"/>
              <a:buChar char="–"/>
              <a:defRPr sz="1600">
                <a:solidFill>
                  <a:schemeClr val="lt1"/>
                </a:solidFill>
              </a:defRPr>
            </a:lvl3pPr>
            <a:lvl4pPr indent="-330200" lvl="3" marL="1828800" algn="l">
              <a:lnSpc>
                <a:spcPct val="100000"/>
              </a:lnSpc>
              <a:spcBef>
                <a:spcPts val="300"/>
              </a:spcBef>
              <a:spcAft>
                <a:spcPts val="0"/>
              </a:spcAft>
              <a:buClr>
                <a:schemeClr val="lt1"/>
              </a:buClr>
              <a:buSzPts val="1600"/>
              <a:buChar char="–"/>
              <a:defRPr sz="1600">
                <a:solidFill>
                  <a:schemeClr val="lt1"/>
                </a:solidFill>
              </a:defRPr>
            </a:lvl4pPr>
            <a:lvl5pPr indent="-330200" lvl="4" marL="2286000" algn="l">
              <a:lnSpc>
                <a:spcPct val="100000"/>
              </a:lnSpc>
              <a:spcBef>
                <a:spcPts val="300"/>
              </a:spcBef>
              <a:spcAft>
                <a:spcPts val="0"/>
              </a:spcAft>
              <a:buClr>
                <a:schemeClr val="lt1"/>
              </a:buClr>
              <a:buSzPts val="1600"/>
              <a:buChar char="–"/>
              <a:defRPr sz="1600">
                <a:solidFill>
                  <a:schemeClr val="lt1"/>
                </a:solidFill>
              </a:defRPr>
            </a:lvl5pPr>
            <a:lvl6pPr indent="-330200" lvl="5" marL="2743200" algn="l">
              <a:lnSpc>
                <a:spcPct val="100000"/>
              </a:lnSpc>
              <a:spcBef>
                <a:spcPts val="300"/>
              </a:spcBef>
              <a:spcAft>
                <a:spcPts val="0"/>
              </a:spcAft>
              <a:buClr>
                <a:schemeClr val="lt1"/>
              </a:buClr>
              <a:buSzPts val="1600"/>
              <a:buChar char="–"/>
              <a:defRPr sz="1600">
                <a:solidFill>
                  <a:schemeClr val="lt1"/>
                </a:solidFill>
              </a:defRPr>
            </a:lvl6pPr>
            <a:lvl7pPr indent="-330200" lvl="6" marL="3200400" algn="l">
              <a:lnSpc>
                <a:spcPct val="100000"/>
              </a:lnSpc>
              <a:spcBef>
                <a:spcPts val="300"/>
              </a:spcBef>
              <a:spcAft>
                <a:spcPts val="0"/>
              </a:spcAft>
              <a:buClr>
                <a:schemeClr val="lt1"/>
              </a:buClr>
              <a:buSzPts val="1600"/>
              <a:buChar char="–"/>
              <a:defRPr sz="1600">
                <a:solidFill>
                  <a:schemeClr val="lt1"/>
                </a:solidFill>
              </a:defRPr>
            </a:lvl7pPr>
            <a:lvl8pPr indent="-330200" lvl="7" marL="3657600" algn="l">
              <a:lnSpc>
                <a:spcPct val="100000"/>
              </a:lnSpc>
              <a:spcBef>
                <a:spcPts val="300"/>
              </a:spcBef>
              <a:spcAft>
                <a:spcPts val="0"/>
              </a:spcAft>
              <a:buClr>
                <a:schemeClr val="lt1"/>
              </a:buClr>
              <a:buSzPts val="1600"/>
              <a:buChar char="–"/>
              <a:defRPr sz="1600">
                <a:solidFill>
                  <a:schemeClr val="lt1"/>
                </a:solidFill>
              </a:defRPr>
            </a:lvl8pPr>
            <a:lvl9pPr indent="-330200" lvl="8" marL="4114800" algn="l">
              <a:lnSpc>
                <a:spcPct val="100000"/>
              </a:lnSpc>
              <a:spcBef>
                <a:spcPts val="300"/>
              </a:spcBef>
              <a:spcAft>
                <a:spcPts val="0"/>
              </a:spcAft>
              <a:buClr>
                <a:schemeClr val="lt1"/>
              </a:buClr>
              <a:buSzPts val="1600"/>
              <a:buChar char="–"/>
              <a:defRPr sz="1600">
                <a:solidFill>
                  <a:schemeClr val="lt1"/>
                </a:solidFill>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3832">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Cluster 03">
  <p:cSld name="Text Cluster 03">
    <p:spTree>
      <p:nvGrpSpPr>
        <p:cNvPr id="235" name="Shape 235"/>
        <p:cNvGrpSpPr/>
        <p:nvPr/>
      </p:nvGrpSpPr>
      <p:grpSpPr>
        <a:xfrm>
          <a:off x="0" y="0"/>
          <a:ext cx="0" cy="0"/>
          <a:chOff x="0" y="0"/>
          <a:chExt cx="0" cy="0"/>
        </a:xfrm>
      </p:grpSpPr>
      <p:sp>
        <p:nvSpPr>
          <p:cNvPr id="236" name="Google Shape;236;p45"/>
          <p:cNvSpPr txBox="1"/>
          <p:nvPr>
            <p:ph type="title"/>
          </p:nvPr>
        </p:nvSpPr>
        <p:spPr>
          <a:xfrm>
            <a:off x="365760" y="365760"/>
            <a:ext cx="7205471"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7" name="Google Shape;237;p45"/>
          <p:cNvSpPr txBox="1"/>
          <p:nvPr>
            <p:ph idx="1" type="body"/>
          </p:nvPr>
        </p:nvSpPr>
        <p:spPr>
          <a:xfrm>
            <a:off x="7708392" y="365125"/>
            <a:ext cx="2331720" cy="2332355"/>
          </a:xfrm>
          <a:prstGeom prst="rect">
            <a:avLst/>
          </a:prstGeom>
          <a:solidFill>
            <a:srgbClr val="881E87"/>
          </a:solidFill>
          <a:ln>
            <a:noFill/>
          </a:ln>
        </p:spPr>
        <p:txBody>
          <a:bodyPr anchorCtr="0" anchor="t" bIns="182875" lIns="274300" spcFirstLastPara="1" rIns="182875" wrap="square" tIns="274300">
            <a:noAutofit/>
          </a:bodyPr>
          <a:lstStyle>
            <a:lvl1pPr indent="-228600" lvl="0" marL="457200" algn="l">
              <a:lnSpc>
                <a:spcPct val="100000"/>
              </a:lnSpc>
              <a:spcBef>
                <a:spcPts val="1200"/>
              </a:spcBef>
              <a:spcAft>
                <a:spcPts val="0"/>
              </a:spcAft>
              <a:buClr>
                <a:schemeClr val="lt1"/>
              </a:buClr>
              <a:buSzPts val="1600"/>
              <a:buNone/>
              <a:defRPr sz="1600">
                <a:solidFill>
                  <a:schemeClr val="lt1"/>
                </a:solidFill>
              </a:defRPr>
            </a:lvl1pPr>
            <a:lvl2pPr indent="-330200" lvl="1" marL="914400" algn="l">
              <a:lnSpc>
                <a:spcPct val="100000"/>
              </a:lnSpc>
              <a:spcBef>
                <a:spcPts val="1200"/>
              </a:spcBef>
              <a:spcAft>
                <a:spcPts val="0"/>
              </a:spcAft>
              <a:buClr>
                <a:schemeClr val="lt1"/>
              </a:buClr>
              <a:buSzPts val="1600"/>
              <a:buFont typeface="Arial"/>
              <a:buChar char="•"/>
              <a:defRPr sz="1600">
                <a:solidFill>
                  <a:schemeClr val="lt1"/>
                </a:solidFill>
              </a:defRPr>
            </a:lvl2pPr>
            <a:lvl3pPr indent="-330200" lvl="2" marL="1371600" algn="l">
              <a:lnSpc>
                <a:spcPct val="100000"/>
              </a:lnSpc>
              <a:spcBef>
                <a:spcPts val="300"/>
              </a:spcBef>
              <a:spcAft>
                <a:spcPts val="0"/>
              </a:spcAft>
              <a:buClr>
                <a:schemeClr val="lt1"/>
              </a:buClr>
              <a:buSzPts val="1600"/>
              <a:buChar char="–"/>
              <a:defRPr sz="1600">
                <a:solidFill>
                  <a:schemeClr val="lt1"/>
                </a:solidFill>
              </a:defRPr>
            </a:lvl3pPr>
            <a:lvl4pPr indent="-330200" lvl="3" marL="1828800" algn="l">
              <a:lnSpc>
                <a:spcPct val="100000"/>
              </a:lnSpc>
              <a:spcBef>
                <a:spcPts val="300"/>
              </a:spcBef>
              <a:spcAft>
                <a:spcPts val="0"/>
              </a:spcAft>
              <a:buClr>
                <a:schemeClr val="lt1"/>
              </a:buClr>
              <a:buSzPts val="1600"/>
              <a:buChar char="–"/>
              <a:defRPr sz="1600">
                <a:solidFill>
                  <a:schemeClr val="lt1"/>
                </a:solidFill>
              </a:defRPr>
            </a:lvl4pPr>
            <a:lvl5pPr indent="-330200" lvl="4" marL="2286000" algn="l">
              <a:lnSpc>
                <a:spcPct val="100000"/>
              </a:lnSpc>
              <a:spcBef>
                <a:spcPts val="300"/>
              </a:spcBef>
              <a:spcAft>
                <a:spcPts val="0"/>
              </a:spcAft>
              <a:buClr>
                <a:schemeClr val="lt1"/>
              </a:buClr>
              <a:buSzPts val="1600"/>
              <a:buChar char="–"/>
              <a:defRPr sz="1600">
                <a:solidFill>
                  <a:schemeClr val="lt1"/>
                </a:solidFill>
              </a:defRPr>
            </a:lvl5pPr>
            <a:lvl6pPr indent="-330200" lvl="5" marL="2743200" algn="l">
              <a:lnSpc>
                <a:spcPct val="100000"/>
              </a:lnSpc>
              <a:spcBef>
                <a:spcPts val="300"/>
              </a:spcBef>
              <a:spcAft>
                <a:spcPts val="0"/>
              </a:spcAft>
              <a:buClr>
                <a:schemeClr val="lt1"/>
              </a:buClr>
              <a:buSzPts val="1600"/>
              <a:buChar char="–"/>
              <a:defRPr sz="1600">
                <a:solidFill>
                  <a:schemeClr val="lt1"/>
                </a:solidFill>
              </a:defRPr>
            </a:lvl6pPr>
            <a:lvl7pPr indent="-330200" lvl="6" marL="3200400" algn="l">
              <a:lnSpc>
                <a:spcPct val="100000"/>
              </a:lnSpc>
              <a:spcBef>
                <a:spcPts val="300"/>
              </a:spcBef>
              <a:spcAft>
                <a:spcPts val="0"/>
              </a:spcAft>
              <a:buClr>
                <a:schemeClr val="lt1"/>
              </a:buClr>
              <a:buSzPts val="1600"/>
              <a:buChar char="–"/>
              <a:defRPr sz="1600">
                <a:solidFill>
                  <a:schemeClr val="lt1"/>
                </a:solidFill>
              </a:defRPr>
            </a:lvl7pPr>
            <a:lvl8pPr indent="-330200" lvl="7" marL="3657600" algn="l">
              <a:lnSpc>
                <a:spcPct val="100000"/>
              </a:lnSpc>
              <a:spcBef>
                <a:spcPts val="300"/>
              </a:spcBef>
              <a:spcAft>
                <a:spcPts val="0"/>
              </a:spcAft>
              <a:buClr>
                <a:schemeClr val="lt1"/>
              </a:buClr>
              <a:buSzPts val="1600"/>
              <a:buChar char="–"/>
              <a:defRPr sz="1600">
                <a:solidFill>
                  <a:schemeClr val="lt1"/>
                </a:solidFill>
              </a:defRPr>
            </a:lvl8pPr>
            <a:lvl9pPr indent="-330200" lvl="8" marL="4114800" algn="l">
              <a:lnSpc>
                <a:spcPct val="100000"/>
              </a:lnSpc>
              <a:spcBef>
                <a:spcPts val="300"/>
              </a:spcBef>
              <a:spcAft>
                <a:spcPts val="0"/>
              </a:spcAft>
              <a:buClr>
                <a:schemeClr val="lt1"/>
              </a:buClr>
              <a:buSzPts val="1600"/>
              <a:buChar char="–"/>
              <a:defRPr sz="1600">
                <a:solidFill>
                  <a:schemeClr val="lt1"/>
                </a:solidFill>
              </a:defRPr>
            </a:lvl9pPr>
          </a:lstStyle>
          <a:p/>
        </p:txBody>
      </p:sp>
      <p:sp>
        <p:nvSpPr>
          <p:cNvPr id="238" name="Google Shape;238;p45"/>
          <p:cNvSpPr txBox="1"/>
          <p:nvPr>
            <p:ph idx="2" type="body"/>
          </p:nvPr>
        </p:nvSpPr>
        <p:spPr>
          <a:xfrm>
            <a:off x="2286000" y="1828801"/>
            <a:ext cx="5285231" cy="1874519"/>
          </a:xfrm>
          <a:prstGeom prst="rect">
            <a:avLst/>
          </a:prstGeom>
          <a:solidFill>
            <a:srgbClr val="0097AC"/>
          </a:solidFill>
          <a:ln>
            <a:noFill/>
          </a:ln>
        </p:spPr>
        <p:txBody>
          <a:bodyPr anchorCtr="0" anchor="t" bIns="182875" lIns="274300" spcFirstLastPara="1" rIns="182875" wrap="square" tIns="274300">
            <a:noAutofit/>
          </a:bodyPr>
          <a:lstStyle>
            <a:lvl1pPr indent="-228600" lvl="0" marL="457200" algn="l">
              <a:lnSpc>
                <a:spcPct val="100000"/>
              </a:lnSpc>
              <a:spcBef>
                <a:spcPts val="1200"/>
              </a:spcBef>
              <a:spcAft>
                <a:spcPts val="0"/>
              </a:spcAft>
              <a:buClr>
                <a:schemeClr val="lt1"/>
              </a:buClr>
              <a:buSzPts val="1600"/>
              <a:buNone/>
              <a:defRPr sz="1600">
                <a:solidFill>
                  <a:schemeClr val="lt1"/>
                </a:solidFill>
              </a:defRPr>
            </a:lvl1pPr>
            <a:lvl2pPr indent="-330200" lvl="1" marL="914400" algn="l">
              <a:lnSpc>
                <a:spcPct val="100000"/>
              </a:lnSpc>
              <a:spcBef>
                <a:spcPts val="1200"/>
              </a:spcBef>
              <a:spcAft>
                <a:spcPts val="0"/>
              </a:spcAft>
              <a:buClr>
                <a:schemeClr val="lt1"/>
              </a:buClr>
              <a:buSzPts val="1600"/>
              <a:buFont typeface="Arial"/>
              <a:buChar char="•"/>
              <a:defRPr sz="1600">
                <a:solidFill>
                  <a:schemeClr val="lt1"/>
                </a:solidFill>
              </a:defRPr>
            </a:lvl2pPr>
            <a:lvl3pPr indent="-330200" lvl="2" marL="1371600" algn="l">
              <a:lnSpc>
                <a:spcPct val="100000"/>
              </a:lnSpc>
              <a:spcBef>
                <a:spcPts val="300"/>
              </a:spcBef>
              <a:spcAft>
                <a:spcPts val="0"/>
              </a:spcAft>
              <a:buClr>
                <a:schemeClr val="lt1"/>
              </a:buClr>
              <a:buSzPts val="1600"/>
              <a:buChar char="–"/>
              <a:defRPr sz="1600">
                <a:solidFill>
                  <a:schemeClr val="lt1"/>
                </a:solidFill>
              </a:defRPr>
            </a:lvl3pPr>
            <a:lvl4pPr indent="-330200" lvl="3" marL="1828800" algn="l">
              <a:lnSpc>
                <a:spcPct val="100000"/>
              </a:lnSpc>
              <a:spcBef>
                <a:spcPts val="300"/>
              </a:spcBef>
              <a:spcAft>
                <a:spcPts val="0"/>
              </a:spcAft>
              <a:buClr>
                <a:schemeClr val="lt1"/>
              </a:buClr>
              <a:buSzPts val="1600"/>
              <a:buChar char="–"/>
              <a:defRPr sz="1600">
                <a:solidFill>
                  <a:schemeClr val="lt1"/>
                </a:solidFill>
              </a:defRPr>
            </a:lvl4pPr>
            <a:lvl5pPr indent="-330200" lvl="4" marL="2286000" algn="l">
              <a:lnSpc>
                <a:spcPct val="100000"/>
              </a:lnSpc>
              <a:spcBef>
                <a:spcPts val="300"/>
              </a:spcBef>
              <a:spcAft>
                <a:spcPts val="0"/>
              </a:spcAft>
              <a:buClr>
                <a:schemeClr val="lt1"/>
              </a:buClr>
              <a:buSzPts val="1600"/>
              <a:buChar char="–"/>
              <a:defRPr sz="1600">
                <a:solidFill>
                  <a:schemeClr val="lt1"/>
                </a:solidFill>
              </a:defRPr>
            </a:lvl5pPr>
            <a:lvl6pPr indent="-330200" lvl="5" marL="2743200" algn="l">
              <a:lnSpc>
                <a:spcPct val="100000"/>
              </a:lnSpc>
              <a:spcBef>
                <a:spcPts val="300"/>
              </a:spcBef>
              <a:spcAft>
                <a:spcPts val="0"/>
              </a:spcAft>
              <a:buClr>
                <a:schemeClr val="lt1"/>
              </a:buClr>
              <a:buSzPts val="1600"/>
              <a:buChar char="–"/>
              <a:defRPr sz="1600">
                <a:solidFill>
                  <a:schemeClr val="lt1"/>
                </a:solidFill>
              </a:defRPr>
            </a:lvl6pPr>
            <a:lvl7pPr indent="-330200" lvl="6" marL="3200400" algn="l">
              <a:lnSpc>
                <a:spcPct val="100000"/>
              </a:lnSpc>
              <a:spcBef>
                <a:spcPts val="300"/>
              </a:spcBef>
              <a:spcAft>
                <a:spcPts val="0"/>
              </a:spcAft>
              <a:buClr>
                <a:schemeClr val="lt1"/>
              </a:buClr>
              <a:buSzPts val="1600"/>
              <a:buChar char="–"/>
              <a:defRPr sz="1600">
                <a:solidFill>
                  <a:schemeClr val="lt1"/>
                </a:solidFill>
              </a:defRPr>
            </a:lvl7pPr>
            <a:lvl8pPr indent="-330200" lvl="7" marL="3657600" algn="l">
              <a:lnSpc>
                <a:spcPct val="100000"/>
              </a:lnSpc>
              <a:spcBef>
                <a:spcPts val="300"/>
              </a:spcBef>
              <a:spcAft>
                <a:spcPts val="0"/>
              </a:spcAft>
              <a:buClr>
                <a:schemeClr val="lt1"/>
              </a:buClr>
              <a:buSzPts val="1600"/>
              <a:buChar char="–"/>
              <a:defRPr sz="1600">
                <a:solidFill>
                  <a:schemeClr val="lt1"/>
                </a:solidFill>
              </a:defRPr>
            </a:lvl8pPr>
            <a:lvl9pPr indent="-330200" lvl="8" marL="4114800" algn="l">
              <a:lnSpc>
                <a:spcPct val="100000"/>
              </a:lnSpc>
              <a:spcBef>
                <a:spcPts val="300"/>
              </a:spcBef>
              <a:spcAft>
                <a:spcPts val="0"/>
              </a:spcAft>
              <a:buClr>
                <a:schemeClr val="lt1"/>
              </a:buClr>
              <a:buSzPts val="1600"/>
              <a:buChar char="–"/>
              <a:defRPr sz="1600">
                <a:solidFill>
                  <a:schemeClr val="lt1"/>
                </a:solidFill>
              </a:defRPr>
            </a:lvl9pPr>
          </a:lstStyle>
          <a:p/>
        </p:txBody>
      </p:sp>
      <p:sp>
        <p:nvSpPr>
          <p:cNvPr id="239" name="Google Shape;239;p45"/>
          <p:cNvSpPr txBox="1"/>
          <p:nvPr>
            <p:ph idx="3" type="body"/>
          </p:nvPr>
        </p:nvSpPr>
        <p:spPr>
          <a:xfrm>
            <a:off x="7708392" y="2834640"/>
            <a:ext cx="4114800" cy="3246120"/>
          </a:xfrm>
          <a:prstGeom prst="rect">
            <a:avLst/>
          </a:prstGeom>
          <a:solidFill>
            <a:srgbClr val="006E74"/>
          </a:solidFill>
          <a:ln>
            <a:noFill/>
          </a:ln>
        </p:spPr>
        <p:txBody>
          <a:bodyPr anchorCtr="0" anchor="t" bIns="182875" lIns="274300" spcFirstLastPara="1" rIns="182875" wrap="square" tIns="274300">
            <a:noAutofit/>
          </a:bodyPr>
          <a:lstStyle>
            <a:lvl1pPr indent="-228600" lvl="0" marL="457200" algn="l">
              <a:lnSpc>
                <a:spcPct val="100000"/>
              </a:lnSpc>
              <a:spcBef>
                <a:spcPts val="1200"/>
              </a:spcBef>
              <a:spcAft>
                <a:spcPts val="0"/>
              </a:spcAft>
              <a:buClr>
                <a:schemeClr val="lt1"/>
              </a:buClr>
              <a:buSzPts val="1600"/>
              <a:buNone/>
              <a:defRPr sz="1600">
                <a:solidFill>
                  <a:schemeClr val="lt1"/>
                </a:solidFill>
              </a:defRPr>
            </a:lvl1pPr>
            <a:lvl2pPr indent="-330200" lvl="1" marL="914400" algn="l">
              <a:lnSpc>
                <a:spcPct val="100000"/>
              </a:lnSpc>
              <a:spcBef>
                <a:spcPts val="1200"/>
              </a:spcBef>
              <a:spcAft>
                <a:spcPts val="0"/>
              </a:spcAft>
              <a:buClr>
                <a:schemeClr val="lt1"/>
              </a:buClr>
              <a:buSzPts val="1600"/>
              <a:buFont typeface="Arial"/>
              <a:buChar char="•"/>
              <a:defRPr sz="1600">
                <a:solidFill>
                  <a:schemeClr val="lt1"/>
                </a:solidFill>
              </a:defRPr>
            </a:lvl2pPr>
            <a:lvl3pPr indent="-330200" lvl="2" marL="1371600" algn="l">
              <a:lnSpc>
                <a:spcPct val="100000"/>
              </a:lnSpc>
              <a:spcBef>
                <a:spcPts val="300"/>
              </a:spcBef>
              <a:spcAft>
                <a:spcPts val="0"/>
              </a:spcAft>
              <a:buClr>
                <a:schemeClr val="lt1"/>
              </a:buClr>
              <a:buSzPts val="1600"/>
              <a:buChar char="–"/>
              <a:defRPr sz="1600">
                <a:solidFill>
                  <a:schemeClr val="lt1"/>
                </a:solidFill>
              </a:defRPr>
            </a:lvl3pPr>
            <a:lvl4pPr indent="-330200" lvl="3" marL="1828800" algn="l">
              <a:lnSpc>
                <a:spcPct val="100000"/>
              </a:lnSpc>
              <a:spcBef>
                <a:spcPts val="300"/>
              </a:spcBef>
              <a:spcAft>
                <a:spcPts val="0"/>
              </a:spcAft>
              <a:buClr>
                <a:schemeClr val="lt1"/>
              </a:buClr>
              <a:buSzPts val="1600"/>
              <a:buChar char="–"/>
              <a:defRPr sz="1600">
                <a:solidFill>
                  <a:schemeClr val="lt1"/>
                </a:solidFill>
              </a:defRPr>
            </a:lvl4pPr>
            <a:lvl5pPr indent="-330200" lvl="4" marL="2286000" algn="l">
              <a:lnSpc>
                <a:spcPct val="100000"/>
              </a:lnSpc>
              <a:spcBef>
                <a:spcPts val="300"/>
              </a:spcBef>
              <a:spcAft>
                <a:spcPts val="0"/>
              </a:spcAft>
              <a:buClr>
                <a:schemeClr val="lt1"/>
              </a:buClr>
              <a:buSzPts val="1600"/>
              <a:buChar char="–"/>
              <a:defRPr sz="1600">
                <a:solidFill>
                  <a:schemeClr val="lt1"/>
                </a:solidFill>
              </a:defRPr>
            </a:lvl5pPr>
            <a:lvl6pPr indent="-330200" lvl="5" marL="2743200" algn="l">
              <a:lnSpc>
                <a:spcPct val="100000"/>
              </a:lnSpc>
              <a:spcBef>
                <a:spcPts val="300"/>
              </a:spcBef>
              <a:spcAft>
                <a:spcPts val="0"/>
              </a:spcAft>
              <a:buClr>
                <a:schemeClr val="lt1"/>
              </a:buClr>
              <a:buSzPts val="1600"/>
              <a:buChar char="–"/>
              <a:defRPr sz="1600">
                <a:solidFill>
                  <a:schemeClr val="lt1"/>
                </a:solidFill>
              </a:defRPr>
            </a:lvl6pPr>
            <a:lvl7pPr indent="-330200" lvl="6" marL="3200400" algn="l">
              <a:lnSpc>
                <a:spcPct val="100000"/>
              </a:lnSpc>
              <a:spcBef>
                <a:spcPts val="300"/>
              </a:spcBef>
              <a:spcAft>
                <a:spcPts val="0"/>
              </a:spcAft>
              <a:buClr>
                <a:schemeClr val="lt1"/>
              </a:buClr>
              <a:buSzPts val="1600"/>
              <a:buChar char="–"/>
              <a:defRPr sz="1600">
                <a:solidFill>
                  <a:schemeClr val="lt1"/>
                </a:solidFill>
              </a:defRPr>
            </a:lvl7pPr>
            <a:lvl8pPr indent="-330200" lvl="7" marL="3657600" algn="l">
              <a:lnSpc>
                <a:spcPct val="100000"/>
              </a:lnSpc>
              <a:spcBef>
                <a:spcPts val="300"/>
              </a:spcBef>
              <a:spcAft>
                <a:spcPts val="0"/>
              </a:spcAft>
              <a:buClr>
                <a:schemeClr val="lt1"/>
              </a:buClr>
              <a:buSzPts val="1600"/>
              <a:buChar char="–"/>
              <a:defRPr sz="1600">
                <a:solidFill>
                  <a:schemeClr val="lt1"/>
                </a:solidFill>
              </a:defRPr>
            </a:lvl8pPr>
            <a:lvl9pPr indent="-330200" lvl="8" marL="4114800" algn="l">
              <a:lnSpc>
                <a:spcPct val="100000"/>
              </a:lnSpc>
              <a:spcBef>
                <a:spcPts val="300"/>
              </a:spcBef>
              <a:spcAft>
                <a:spcPts val="0"/>
              </a:spcAft>
              <a:buClr>
                <a:schemeClr val="lt1"/>
              </a:buClr>
              <a:buSzPts val="1600"/>
              <a:buChar char="–"/>
              <a:defRPr sz="1600">
                <a:solidFill>
                  <a:schemeClr val="lt1"/>
                </a:solidFill>
              </a:defRPr>
            </a:lvl9pPr>
          </a:lstStyle>
          <a:p/>
        </p:txBody>
      </p:sp>
      <p:sp>
        <p:nvSpPr>
          <p:cNvPr id="240" name="Google Shape;240;p45"/>
          <p:cNvSpPr txBox="1"/>
          <p:nvPr>
            <p:ph idx="4" type="body"/>
          </p:nvPr>
        </p:nvSpPr>
        <p:spPr>
          <a:xfrm>
            <a:off x="4617720" y="3840480"/>
            <a:ext cx="2953513" cy="2240280"/>
          </a:xfrm>
          <a:prstGeom prst="rect">
            <a:avLst/>
          </a:prstGeom>
          <a:solidFill>
            <a:srgbClr val="003C51"/>
          </a:solidFill>
          <a:ln>
            <a:noFill/>
          </a:ln>
        </p:spPr>
        <p:txBody>
          <a:bodyPr anchorCtr="0" anchor="t" bIns="182875" lIns="274300" spcFirstLastPara="1" rIns="182875" wrap="square" tIns="274300">
            <a:noAutofit/>
          </a:bodyPr>
          <a:lstStyle>
            <a:lvl1pPr indent="-228600" lvl="0" marL="457200" algn="l">
              <a:lnSpc>
                <a:spcPct val="100000"/>
              </a:lnSpc>
              <a:spcBef>
                <a:spcPts val="1200"/>
              </a:spcBef>
              <a:spcAft>
                <a:spcPts val="0"/>
              </a:spcAft>
              <a:buClr>
                <a:schemeClr val="lt1"/>
              </a:buClr>
              <a:buSzPts val="1600"/>
              <a:buNone/>
              <a:defRPr sz="1600">
                <a:solidFill>
                  <a:schemeClr val="lt1"/>
                </a:solidFill>
              </a:defRPr>
            </a:lvl1pPr>
            <a:lvl2pPr indent="-330200" lvl="1" marL="914400" algn="l">
              <a:lnSpc>
                <a:spcPct val="100000"/>
              </a:lnSpc>
              <a:spcBef>
                <a:spcPts val="1200"/>
              </a:spcBef>
              <a:spcAft>
                <a:spcPts val="0"/>
              </a:spcAft>
              <a:buClr>
                <a:schemeClr val="lt1"/>
              </a:buClr>
              <a:buSzPts val="1600"/>
              <a:buFont typeface="Arial"/>
              <a:buChar char="•"/>
              <a:defRPr sz="1600">
                <a:solidFill>
                  <a:schemeClr val="lt1"/>
                </a:solidFill>
              </a:defRPr>
            </a:lvl2pPr>
            <a:lvl3pPr indent="-330200" lvl="2" marL="1371600" algn="l">
              <a:lnSpc>
                <a:spcPct val="100000"/>
              </a:lnSpc>
              <a:spcBef>
                <a:spcPts val="300"/>
              </a:spcBef>
              <a:spcAft>
                <a:spcPts val="0"/>
              </a:spcAft>
              <a:buClr>
                <a:schemeClr val="lt1"/>
              </a:buClr>
              <a:buSzPts val="1600"/>
              <a:buChar char="–"/>
              <a:defRPr sz="1600">
                <a:solidFill>
                  <a:schemeClr val="lt1"/>
                </a:solidFill>
              </a:defRPr>
            </a:lvl3pPr>
            <a:lvl4pPr indent="-330200" lvl="3" marL="1828800" algn="l">
              <a:lnSpc>
                <a:spcPct val="100000"/>
              </a:lnSpc>
              <a:spcBef>
                <a:spcPts val="300"/>
              </a:spcBef>
              <a:spcAft>
                <a:spcPts val="0"/>
              </a:spcAft>
              <a:buClr>
                <a:schemeClr val="lt1"/>
              </a:buClr>
              <a:buSzPts val="1600"/>
              <a:buChar char="–"/>
              <a:defRPr sz="1600">
                <a:solidFill>
                  <a:schemeClr val="lt1"/>
                </a:solidFill>
              </a:defRPr>
            </a:lvl4pPr>
            <a:lvl5pPr indent="-330200" lvl="4" marL="2286000" algn="l">
              <a:lnSpc>
                <a:spcPct val="100000"/>
              </a:lnSpc>
              <a:spcBef>
                <a:spcPts val="300"/>
              </a:spcBef>
              <a:spcAft>
                <a:spcPts val="0"/>
              </a:spcAft>
              <a:buClr>
                <a:schemeClr val="lt1"/>
              </a:buClr>
              <a:buSzPts val="1600"/>
              <a:buChar char="–"/>
              <a:defRPr sz="1600">
                <a:solidFill>
                  <a:schemeClr val="lt1"/>
                </a:solidFill>
              </a:defRPr>
            </a:lvl5pPr>
            <a:lvl6pPr indent="-330200" lvl="5" marL="2743200" algn="l">
              <a:lnSpc>
                <a:spcPct val="100000"/>
              </a:lnSpc>
              <a:spcBef>
                <a:spcPts val="300"/>
              </a:spcBef>
              <a:spcAft>
                <a:spcPts val="0"/>
              </a:spcAft>
              <a:buClr>
                <a:schemeClr val="lt1"/>
              </a:buClr>
              <a:buSzPts val="1600"/>
              <a:buChar char="–"/>
              <a:defRPr sz="1600">
                <a:solidFill>
                  <a:schemeClr val="lt1"/>
                </a:solidFill>
              </a:defRPr>
            </a:lvl6pPr>
            <a:lvl7pPr indent="-330200" lvl="6" marL="3200400" algn="l">
              <a:lnSpc>
                <a:spcPct val="100000"/>
              </a:lnSpc>
              <a:spcBef>
                <a:spcPts val="300"/>
              </a:spcBef>
              <a:spcAft>
                <a:spcPts val="0"/>
              </a:spcAft>
              <a:buClr>
                <a:schemeClr val="lt1"/>
              </a:buClr>
              <a:buSzPts val="1600"/>
              <a:buChar char="–"/>
              <a:defRPr sz="1600">
                <a:solidFill>
                  <a:schemeClr val="lt1"/>
                </a:solidFill>
              </a:defRPr>
            </a:lvl7pPr>
            <a:lvl8pPr indent="-330200" lvl="7" marL="3657600" algn="l">
              <a:lnSpc>
                <a:spcPct val="100000"/>
              </a:lnSpc>
              <a:spcBef>
                <a:spcPts val="300"/>
              </a:spcBef>
              <a:spcAft>
                <a:spcPts val="0"/>
              </a:spcAft>
              <a:buClr>
                <a:schemeClr val="lt1"/>
              </a:buClr>
              <a:buSzPts val="1600"/>
              <a:buChar char="–"/>
              <a:defRPr sz="1600">
                <a:solidFill>
                  <a:schemeClr val="lt1"/>
                </a:solidFill>
              </a:defRPr>
            </a:lvl8pPr>
            <a:lvl9pPr indent="-330200" lvl="8" marL="4114800" algn="l">
              <a:lnSpc>
                <a:spcPct val="100000"/>
              </a:lnSpc>
              <a:spcBef>
                <a:spcPts val="300"/>
              </a:spcBef>
              <a:spcAft>
                <a:spcPts val="0"/>
              </a:spcAft>
              <a:buClr>
                <a:schemeClr val="lt1"/>
              </a:buClr>
              <a:buSzPts val="1600"/>
              <a:buChar char="–"/>
              <a:defRPr sz="1600">
                <a:solidFill>
                  <a:schemeClr val="lt1"/>
                </a:solidFill>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3832">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Quarters Sand">
  <p:cSld name="Three Quarters Sand">
    <p:bg>
      <p:bgPr>
        <a:blipFill>
          <a:blip r:embed="rId2">
            <a:alphaModFix/>
          </a:blip>
          <a:stretch>
            <a:fillRect/>
          </a:stretch>
        </a:blipFill>
      </p:bgPr>
    </p:bg>
    <p:spTree>
      <p:nvGrpSpPr>
        <p:cNvPr id="241" name="Shape 241"/>
        <p:cNvGrpSpPr/>
        <p:nvPr/>
      </p:nvGrpSpPr>
      <p:grpSpPr>
        <a:xfrm>
          <a:off x="0" y="0"/>
          <a:ext cx="0" cy="0"/>
          <a:chOff x="0" y="0"/>
          <a:chExt cx="0" cy="0"/>
        </a:xfrm>
      </p:grpSpPr>
      <p:sp>
        <p:nvSpPr>
          <p:cNvPr id="242" name="Google Shape;242;p46"/>
          <p:cNvSpPr txBox="1"/>
          <p:nvPr>
            <p:ph type="title"/>
          </p:nvPr>
        </p:nvSpPr>
        <p:spPr>
          <a:xfrm>
            <a:off x="365759" y="365760"/>
            <a:ext cx="8202168"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3" name="Google Shape;243;p46"/>
          <p:cNvSpPr txBox="1"/>
          <p:nvPr>
            <p:ph idx="1" type="body"/>
          </p:nvPr>
        </p:nvSpPr>
        <p:spPr>
          <a:xfrm>
            <a:off x="365760" y="1828800"/>
            <a:ext cx="8202168" cy="4251960"/>
          </a:xfrm>
          <a:prstGeom prst="rect">
            <a:avLst/>
          </a:prstGeom>
          <a:noFill/>
          <a:ln>
            <a:noFill/>
          </a:ln>
        </p:spPr>
        <p:txBody>
          <a:bodyPr anchorCtr="0" anchor="t" bIns="0" lIns="0" spcFirstLastPara="1" rIns="0" wrap="square" tIns="0">
            <a:normAutofit/>
          </a:bodyPr>
          <a:lstStyle>
            <a:lvl1pPr indent="-342900" lvl="0" marL="457200" algn="l">
              <a:lnSpc>
                <a:spcPct val="100000"/>
              </a:lnSpc>
              <a:spcBef>
                <a:spcPts val="1200"/>
              </a:spcBef>
              <a:spcAft>
                <a:spcPts val="0"/>
              </a:spcAft>
              <a:buClr>
                <a:schemeClr val="dk1"/>
              </a:buClr>
              <a:buSzPts val="1800"/>
              <a:buChar char="•"/>
              <a:defRPr sz="1800"/>
            </a:lvl1pPr>
            <a:lvl2pPr indent="-342900" lvl="1" marL="914400" algn="l">
              <a:lnSpc>
                <a:spcPct val="100000"/>
              </a:lnSpc>
              <a:spcBef>
                <a:spcPts val="300"/>
              </a:spcBef>
              <a:spcAft>
                <a:spcPts val="0"/>
              </a:spcAft>
              <a:buClr>
                <a:schemeClr val="dk1"/>
              </a:buClr>
              <a:buSzPts val="1800"/>
              <a:buChar char="–"/>
              <a:defRPr sz="1800"/>
            </a:lvl2pPr>
            <a:lvl3pPr indent="-342900" lvl="2" marL="1371600" algn="l">
              <a:lnSpc>
                <a:spcPct val="100000"/>
              </a:lnSpc>
              <a:spcBef>
                <a:spcPts val="300"/>
              </a:spcBef>
              <a:spcAft>
                <a:spcPts val="0"/>
              </a:spcAft>
              <a:buClr>
                <a:schemeClr val="dk1"/>
              </a:buClr>
              <a:buSzPts val="1800"/>
              <a:buChar char="–"/>
              <a:defRPr sz="1800"/>
            </a:lvl3pPr>
            <a:lvl4pPr indent="-342900" lvl="3" marL="1828800" algn="l">
              <a:lnSpc>
                <a:spcPct val="100000"/>
              </a:lnSpc>
              <a:spcBef>
                <a:spcPts val="300"/>
              </a:spcBef>
              <a:spcAft>
                <a:spcPts val="0"/>
              </a:spcAft>
              <a:buClr>
                <a:schemeClr val="dk1"/>
              </a:buClr>
              <a:buSzPts val="1800"/>
              <a:buChar char="–"/>
              <a:defRPr sz="1800"/>
            </a:lvl4pPr>
            <a:lvl5pPr indent="-342900" lvl="4" marL="2286000" algn="l">
              <a:lnSpc>
                <a:spcPct val="100000"/>
              </a:lnSpc>
              <a:spcBef>
                <a:spcPts val="300"/>
              </a:spcBef>
              <a:spcAft>
                <a:spcPts val="0"/>
              </a:spcAft>
              <a:buClr>
                <a:schemeClr val="dk1"/>
              </a:buClr>
              <a:buSzPts val="1800"/>
              <a:buChar char="–"/>
              <a:defRPr sz="1800"/>
            </a:lvl5pPr>
            <a:lvl6pPr indent="-342900" lvl="5" marL="2743200" algn="l">
              <a:lnSpc>
                <a:spcPct val="100000"/>
              </a:lnSpc>
              <a:spcBef>
                <a:spcPts val="300"/>
              </a:spcBef>
              <a:spcAft>
                <a:spcPts val="0"/>
              </a:spcAft>
              <a:buClr>
                <a:schemeClr val="dk1"/>
              </a:buClr>
              <a:buSzPts val="1800"/>
              <a:buChar char="–"/>
              <a:defRPr sz="1800"/>
            </a:lvl6pPr>
            <a:lvl7pPr indent="-342900" lvl="6" marL="3200400" algn="l">
              <a:lnSpc>
                <a:spcPct val="100000"/>
              </a:lnSpc>
              <a:spcBef>
                <a:spcPts val="300"/>
              </a:spcBef>
              <a:spcAft>
                <a:spcPts val="0"/>
              </a:spcAft>
              <a:buClr>
                <a:schemeClr val="dk1"/>
              </a:buClr>
              <a:buSzPts val="1800"/>
              <a:buChar char="–"/>
              <a:defRPr sz="1800"/>
            </a:lvl7pPr>
            <a:lvl8pPr indent="-342900" lvl="7" marL="3657600" algn="l">
              <a:lnSpc>
                <a:spcPct val="100000"/>
              </a:lnSpc>
              <a:spcBef>
                <a:spcPts val="300"/>
              </a:spcBef>
              <a:spcAft>
                <a:spcPts val="0"/>
              </a:spcAft>
              <a:buClr>
                <a:schemeClr val="dk1"/>
              </a:buClr>
              <a:buSzPts val="1800"/>
              <a:buChar char="–"/>
              <a:defRPr sz="1800"/>
            </a:lvl8pPr>
            <a:lvl9pPr indent="-342900" lvl="8" marL="4114800" algn="l">
              <a:lnSpc>
                <a:spcPct val="100000"/>
              </a:lnSpc>
              <a:spcBef>
                <a:spcPts val="300"/>
              </a:spcBef>
              <a:spcAft>
                <a:spcPts val="0"/>
              </a:spcAft>
              <a:buClr>
                <a:schemeClr val="dk1"/>
              </a:buClr>
              <a:buSzPts val="1800"/>
              <a:buChar char="–"/>
              <a:defRPr sz="1800"/>
            </a:lvl9pPr>
          </a:lstStyle>
          <a:p/>
        </p:txBody>
      </p:sp>
      <p:sp>
        <p:nvSpPr>
          <p:cNvPr id="244" name="Google Shape;244;p46"/>
          <p:cNvSpPr txBox="1"/>
          <p:nvPr>
            <p:ph idx="2" type="body"/>
          </p:nvPr>
        </p:nvSpPr>
        <p:spPr>
          <a:xfrm>
            <a:off x="9188450" y="1828800"/>
            <a:ext cx="2633472" cy="4251960"/>
          </a:xfrm>
          <a:prstGeom prst="rect">
            <a:avLst/>
          </a:prstGeom>
          <a:noFill/>
          <a:ln>
            <a:noFill/>
          </a:ln>
        </p:spPr>
        <p:txBody>
          <a:bodyPr anchorCtr="0" anchor="t" bIns="0" lIns="0" spcFirstLastPara="1" rIns="0" wrap="square" tIns="0">
            <a:normAutofit/>
          </a:bodyPr>
          <a:lstStyle>
            <a:lvl1pPr indent="-330200" lvl="0" marL="457200" algn="l">
              <a:lnSpc>
                <a:spcPct val="100000"/>
              </a:lnSpc>
              <a:spcBef>
                <a:spcPts val="1200"/>
              </a:spcBef>
              <a:spcAft>
                <a:spcPts val="0"/>
              </a:spcAft>
              <a:buClr>
                <a:schemeClr val="dk1"/>
              </a:buClr>
              <a:buSzPts val="1600"/>
              <a:buChar char="•"/>
              <a:defRPr sz="1600"/>
            </a:lvl1pPr>
            <a:lvl2pPr indent="-330200" lvl="1" marL="914400" algn="l">
              <a:lnSpc>
                <a:spcPct val="100000"/>
              </a:lnSpc>
              <a:spcBef>
                <a:spcPts val="300"/>
              </a:spcBef>
              <a:spcAft>
                <a:spcPts val="0"/>
              </a:spcAft>
              <a:buClr>
                <a:schemeClr val="dk1"/>
              </a:buClr>
              <a:buSzPts val="1600"/>
              <a:buChar char="–"/>
              <a:defRPr sz="1600"/>
            </a:lvl2pPr>
            <a:lvl3pPr indent="-330200" lvl="2" marL="1371600" algn="l">
              <a:lnSpc>
                <a:spcPct val="100000"/>
              </a:lnSpc>
              <a:spcBef>
                <a:spcPts val="300"/>
              </a:spcBef>
              <a:spcAft>
                <a:spcPts val="0"/>
              </a:spcAft>
              <a:buClr>
                <a:schemeClr val="dk1"/>
              </a:buClr>
              <a:buSzPts val="1600"/>
              <a:buChar char="–"/>
              <a:defRPr sz="1600"/>
            </a:lvl3pPr>
            <a:lvl4pPr indent="-330200" lvl="3" marL="1828800" algn="l">
              <a:lnSpc>
                <a:spcPct val="100000"/>
              </a:lnSpc>
              <a:spcBef>
                <a:spcPts val="300"/>
              </a:spcBef>
              <a:spcAft>
                <a:spcPts val="0"/>
              </a:spcAft>
              <a:buClr>
                <a:schemeClr val="dk1"/>
              </a:buClr>
              <a:buSzPts val="1600"/>
              <a:buChar char="–"/>
              <a:defRPr sz="1600"/>
            </a:lvl4pPr>
            <a:lvl5pPr indent="-330200" lvl="4" marL="2286000" algn="l">
              <a:lnSpc>
                <a:spcPct val="100000"/>
              </a:lnSpc>
              <a:spcBef>
                <a:spcPts val="300"/>
              </a:spcBef>
              <a:spcAft>
                <a:spcPts val="0"/>
              </a:spcAft>
              <a:buClr>
                <a:schemeClr val="dk1"/>
              </a:buClr>
              <a:buSzPts val="1600"/>
              <a:buChar char="–"/>
              <a:defRPr sz="1600"/>
            </a:lvl5pPr>
            <a:lvl6pPr indent="-330200" lvl="5" marL="2743200" algn="l">
              <a:lnSpc>
                <a:spcPct val="100000"/>
              </a:lnSpc>
              <a:spcBef>
                <a:spcPts val="300"/>
              </a:spcBef>
              <a:spcAft>
                <a:spcPts val="0"/>
              </a:spcAft>
              <a:buClr>
                <a:schemeClr val="dk1"/>
              </a:buClr>
              <a:buSzPts val="1600"/>
              <a:buChar char="–"/>
              <a:defRPr sz="1600"/>
            </a:lvl6pPr>
            <a:lvl7pPr indent="-330200" lvl="6" marL="3200400" algn="l">
              <a:lnSpc>
                <a:spcPct val="100000"/>
              </a:lnSpc>
              <a:spcBef>
                <a:spcPts val="300"/>
              </a:spcBef>
              <a:spcAft>
                <a:spcPts val="0"/>
              </a:spcAft>
              <a:buClr>
                <a:schemeClr val="dk1"/>
              </a:buClr>
              <a:buSzPts val="1600"/>
              <a:buChar char="–"/>
              <a:defRPr sz="1600"/>
            </a:lvl7pPr>
            <a:lvl8pPr indent="-330200" lvl="7" marL="3657600" algn="l">
              <a:lnSpc>
                <a:spcPct val="100000"/>
              </a:lnSpc>
              <a:spcBef>
                <a:spcPts val="300"/>
              </a:spcBef>
              <a:spcAft>
                <a:spcPts val="0"/>
              </a:spcAft>
              <a:buClr>
                <a:schemeClr val="dk1"/>
              </a:buClr>
              <a:buSzPts val="1600"/>
              <a:buChar char="–"/>
              <a:defRPr sz="1600"/>
            </a:lvl8pPr>
            <a:lvl9pPr indent="-330200" lvl="8" marL="4114800" algn="l">
              <a:lnSpc>
                <a:spcPct val="100000"/>
              </a:lnSpc>
              <a:spcBef>
                <a:spcPts val="300"/>
              </a:spcBef>
              <a:spcAft>
                <a:spcPts val="0"/>
              </a:spcAft>
              <a:buClr>
                <a:schemeClr val="dk1"/>
              </a:buClr>
              <a:buSzPts val="1600"/>
              <a:buChar char="–"/>
              <a:defRPr sz="1600"/>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5788">
          <p15:clr>
            <a:srgbClr val="FBAE40"/>
          </p15:clr>
        </p15:guide>
        <p15:guide id="2" orient="horz" pos="1152">
          <p15:clr>
            <a:srgbClr val="FBAE40"/>
          </p15:clr>
        </p15:guide>
        <p15:guide id="3" orient="horz" pos="3832">
          <p15:clr>
            <a:srgbClr val="FBAE40"/>
          </p15:clr>
        </p15:guide>
        <p15:guide id="4" orient="horz" pos="4148">
          <p15:clr>
            <a:srgbClr val="FBAE40"/>
          </p15:clr>
        </p15:guide>
        <p15:guide id="5" pos="540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Quarters Black">
  <p:cSld name="Three Quarters Black">
    <p:bg>
      <p:bgPr>
        <a:blipFill>
          <a:blip r:embed="rId2">
            <a:alphaModFix/>
          </a:blip>
          <a:stretch>
            <a:fillRect/>
          </a:stretch>
        </a:blipFill>
      </p:bgPr>
    </p:bg>
    <p:spTree>
      <p:nvGrpSpPr>
        <p:cNvPr id="245" name="Shape 245"/>
        <p:cNvGrpSpPr/>
        <p:nvPr/>
      </p:nvGrpSpPr>
      <p:grpSpPr>
        <a:xfrm>
          <a:off x="0" y="0"/>
          <a:ext cx="0" cy="0"/>
          <a:chOff x="0" y="0"/>
          <a:chExt cx="0" cy="0"/>
        </a:xfrm>
      </p:grpSpPr>
      <p:sp>
        <p:nvSpPr>
          <p:cNvPr descr="UST" id="246" name="Google Shape;246;p47"/>
          <p:cNvSpPr/>
          <p:nvPr/>
        </p:nvSpPr>
        <p:spPr>
          <a:xfrm>
            <a:off x="365760" y="6238277"/>
            <a:ext cx="320040" cy="354090"/>
          </a:xfrm>
          <a:custGeom>
            <a:rect b="b" l="l" r="r" t="t"/>
            <a:pathLst>
              <a:path extrusionOk="0" h="4419" w="400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7" name="Google Shape;247;p47"/>
          <p:cNvSpPr txBox="1"/>
          <p:nvPr>
            <p:ph type="title"/>
          </p:nvPr>
        </p:nvSpPr>
        <p:spPr>
          <a:xfrm>
            <a:off x="365760" y="365760"/>
            <a:ext cx="8203819"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32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8" name="Google Shape;248;p47"/>
          <p:cNvSpPr txBox="1"/>
          <p:nvPr>
            <p:ph idx="1" type="body"/>
          </p:nvPr>
        </p:nvSpPr>
        <p:spPr>
          <a:xfrm>
            <a:off x="365759" y="1828800"/>
            <a:ext cx="8203819" cy="4251960"/>
          </a:xfrm>
          <a:prstGeom prst="rect">
            <a:avLst/>
          </a:prstGeom>
          <a:noFill/>
          <a:ln>
            <a:noFill/>
          </a:ln>
        </p:spPr>
        <p:txBody>
          <a:bodyPr anchorCtr="0" anchor="t" bIns="0" lIns="0" spcFirstLastPara="1" rIns="0" wrap="square" tIns="0">
            <a:normAutofit/>
          </a:bodyPr>
          <a:lstStyle>
            <a:lvl1pPr indent="-342900" lvl="0" marL="457200" algn="l">
              <a:lnSpc>
                <a:spcPct val="100000"/>
              </a:lnSpc>
              <a:spcBef>
                <a:spcPts val="1200"/>
              </a:spcBef>
              <a:spcAft>
                <a:spcPts val="0"/>
              </a:spcAft>
              <a:buClr>
                <a:schemeClr val="lt1"/>
              </a:buClr>
              <a:buSzPts val="1800"/>
              <a:buChar char="•"/>
              <a:defRPr sz="1800">
                <a:solidFill>
                  <a:schemeClr val="lt1"/>
                </a:solidFill>
              </a:defRPr>
            </a:lvl1pPr>
            <a:lvl2pPr indent="-342900" lvl="1" marL="914400" algn="l">
              <a:lnSpc>
                <a:spcPct val="100000"/>
              </a:lnSpc>
              <a:spcBef>
                <a:spcPts val="300"/>
              </a:spcBef>
              <a:spcAft>
                <a:spcPts val="0"/>
              </a:spcAft>
              <a:buClr>
                <a:schemeClr val="lt1"/>
              </a:buClr>
              <a:buSzPts val="1800"/>
              <a:buChar char="–"/>
              <a:defRPr sz="1800">
                <a:solidFill>
                  <a:schemeClr val="lt1"/>
                </a:solidFill>
              </a:defRPr>
            </a:lvl2pPr>
            <a:lvl3pPr indent="-342900" lvl="2" marL="1371600" algn="l">
              <a:lnSpc>
                <a:spcPct val="100000"/>
              </a:lnSpc>
              <a:spcBef>
                <a:spcPts val="300"/>
              </a:spcBef>
              <a:spcAft>
                <a:spcPts val="0"/>
              </a:spcAft>
              <a:buClr>
                <a:schemeClr val="lt1"/>
              </a:buClr>
              <a:buSzPts val="1800"/>
              <a:buChar char="–"/>
              <a:defRPr sz="1800">
                <a:solidFill>
                  <a:schemeClr val="lt1"/>
                </a:solidFill>
              </a:defRPr>
            </a:lvl3pPr>
            <a:lvl4pPr indent="-342900" lvl="3" marL="1828800" algn="l">
              <a:lnSpc>
                <a:spcPct val="100000"/>
              </a:lnSpc>
              <a:spcBef>
                <a:spcPts val="300"/>
              </a:spcBef>
              <a:spcAft>
                <a:spcPts val="0"/>
              </a:spcAft>
              <a:buClr>
                <a:schemeClr val="lt1"/>
              </a:buClr>
              <a:buSzPts val="1800"/>
              <a:buChar char="–"/>
              <a:defRPr sz="1800">
                <a:solidFill>
                  <a:schemeClr val="lt1"/>
                </a:solidFill>
              </a:defRPr>
            </a:lvl4pPr>
            <a:lvl5pPr indent="-342900" lvl="4" marL="2286000" algn="l">
              <a:lnSpc>
                <a:spcPct val="100000"/>
              </a:lnSpc>
              <a:spcBef>
                <a:spcPts val="300"/>
              </a:spcBef>
              <a:spcAft>
                <a:spcPts val="0"/>
              </a:spcAft>
              <a:buClr>
                <a:schemeClr val="lt1"/>
              </a:buClr>
              <a:buSzPts val="1800"/>
              <a:buChar char="–"/>
              <a:defRPr sz="1800">
                <a:solidFill>
                  <a:schemeClr val="lt1"/>
                </a:solidFill>
              </a:defRPr>
            </a:lvl5pPr>
            <a:lvl6pPr indent="-342900" lvl="5" marL="2743200" algn="l">
              <a:lnSpc>
                <a:spcPct val="100000"/>
              </a:lnSpc>
              <a:spcBef>
                <a:spcPts val="300"/>
              </a:spcBef>
              <a:spcAft>
                <a:spcPts val="0"/>
              </a:spcAft>
              <a:buClr>
                <a:schemeClr val="lt1"/>
              </a:buClr>
              <a:buSzPts val="1800"/>
              <a:buChar char="–"/>
              <a:defRPr sz="1800">
                <a:solidFill>
                  <a:schemeClr val="lt1"/>
                </a:solidFill>
              </a:defRPr>
            </a:lvl6pPr>
            <a:lvl7pPr indent="-342900" lvl="6" marL="3200400" algn="l">
              <a:lnSpc>
                <a:spcPct val="100000"/>
              </a:lnSpc>
              <a:spcBef>
                <a:spcPts val="300"/>
              </a:spcBef>
              <a:spcAft>
                <a:spcPts val="0"/>
              </a:spcAft>
              <a:buClr>
                <a:schemeClr val="lt1"/>
              </a:buClr>
              <a:buSzPts val="1800"/>
              <a:buChar char="–"/>
              <a:defRPr sz="1800">
                <a:solidFill>
                  <a:schemeClr val="lt1"/>
                </a:solidFill>
              </a:defRPr>
            </a:lvl7pPr>
            <a:lvl8pPr indent="-342900" lvl="7" marL="3657600" algn="l">
              <a:lnSpc>
                <a:spcPct val="100000"/>
              </a:lnSpc>
              <a:spcBef>
                <a:spcPts val="300"/>
              </a:spcBef>
              <a:spcAft>
                <a:spcPts val="0"/>
              </a:spcAft>
              <a:buClr>
                <a:schemeClr val="lt1"/>
              </a:buClr>
              <a:buSzPts val="1800"/>
              <a:buChar char="–"/>
              <a:defRPr sz="1800">
                <a:solidFill>
                  <a:schemeClr val="lt1"/>
                </a:solidFill>
              </a:defRPr>
            </a:lvl8pPr>
            <a:lvl9pPr indent="-342900" lvl="8" marL="4114800" algn="l">
              <a:lnSpc>
                <a:spcPct val="100000"/>
              </a:lnSpc>
              <a:spcBef>
                <a:spcPts val="300"/>
              </a:spcBef>
              <a:spcAft>
                <a:spcPts val="0"/>
              </a:spcAft>
              <a:buClr>
                <a:schemeClr val="lt1"/>
              </a:buClr>
              <a:buSzPts val="1800"/>
              <a:buChar char="–"/>
              <a:defRPr sz="1800">
                <a:solidFill>
                  <a:schemeClr val="lt1"/>
                </a:solidFill>
              </a:defRPr>
            </a:lvl9pPr>
          </a:lstStyle>
          <a:p/>
        </p:txBody>
      </p:sp>
      <p:sp>
        <p:nvSpPr>
          <p:cNvPr id="249" name="Google Shape;249;p47"/>
          <p:cNvSpPr txBox="1"/>
          <p:nvPr>
            <p:ph idx="2" type="body"/>
          </p:nvPr>
        </p:nvSpPr>
        <p:spPr>
          <a:xfrm>
            <a:off x="9188450" y="1828800"/>
            <a:ext cx="2634742" cy="4251960"/>
          </a:xfrm>
          <a:prstGeom prst="rect">
            <a:avLst/>
          </a:prstGeom>
          <a:noFill/>
          <a:ln>
            <a:noFill/>
          </a:ln>
        </p:spPr>
        <p:txBody>
          <a:bodyPr anchorCtr="0" anchor="t" bIns="0" lIns="0" spcFirstLastPara="1" rIns="0" wrap="square" tIns="0">
            <a:normAutofit/>
          </a:bodyPr>
          <a:lstStyle>
            <a:lvl1pPr indent="-330200" lvl="0" marL="457200" algn="l">
              <a:lnSpc>
                <a:spcPct val="100000"/>
              </a:lnSpc>
              <a:spcBef>
                <a:spcPts val="1200"/>
              </a:spcBef>
              <a:spcAft>
                <a:spcPts val="0"/>
              </a:spcAft>
              <a:buClr>
                <a:schemeClr val="dk1"/>
              </a:buClr>
              <a:buSzPts val="1600"/>
              <a:buChar char="•"/>
              <a:defRPr sz="1600">
                <a:solidFill>
                  <a:schemeClr val="dk1"/>
                </a:solidFill>
              </a:defRPr>
            </a:lvl1pPr>
            <a:lvl2pPr indent="-330200" lvl="1" marL="914400" algn="l">
              <a:lnSpc>
                <a:spcPct val="100000"/>
              </a:lnSpc>
              <a:spcBef>
                <a:spcPts val="300"/>
              </a:spcBef>
              <a:spcAft>
                <a:spcPts val="0"/>
              </a:spcAft>
              <a:buClr>
                <a:schemeClr val="dk1"/>
              </a:buClr>
              <a:buSzPts val="1600"/>
              <a:buChar char="–"/>
              <a:defRPr sz="1600">
                <a:solidFill>
                  <a:schemeClr val="dk1"/>
                </a:solidFill>
              </a:defRPr>
            </a:lvl2pPr>
            <a:lvl3pPr indent="-330200" lvl="2" marL="1371600" algn="l">
              <a:lnSpc>
                <a:spcPct val="100000"/>
              </a:lnSpc>
              <a:spcBef>
                <a:spcPts val="300"/>
              </a:spcBef>
              <a:spcAft>
                <a:spcPts val="0"/>
              </a:spcAft>
              <a:buClr>
                <a:schemeClr val="dk1"/>
              </a:buClr>
              <a:buSzPts val="1600"/>
              <a:buChar char="–"/>
              <a:defRPr sz="1600">
                <a:solidFill>
                  <a:schemeClr val="dk1"/>
                </a:solidFill>
              </a:defRPr>
            </a:lvl3pPr>
            <a:lvl4pPr indent="-330200" lvl="3" marL="1828800" algn="l">
              <a:lnSpc>
                <a:spcPct val="100000"/>
              </a:lnSpc>
              <a:spcBef>
                <a:spcPts val="300"/>
              </a:spcBef>
              <a:spcAft>
                <a:spcPts val="0"/>
              </a:spcAft>
              <a:buClr>
                <a:schemeClr val="dk1"/>
              </a:buClr>
              <a:buSzPts val="1600"/>
              <a:buChar char="–"/>
              <a:defRPr sz="1600">
                <a:solidFill>
                  <a:schemeClr val="dk1"/>
                </a:solidFill>
              </a:defRPr>
            </a:lvl4pPr>
            <a:lvl5pPr indent="-330200" lvl="4" marL="2286000" algn="l">
              <a:lnSpc>
                <a:spcPct val="100000"/>
              </a:lnSpc>
              <a:spcBef>
                <a:spcPts val="300"/>
              </a:spcBef>
              <a:spcAft>
                <a:spcPts val="0"/>
              </a:spcAft>
              <a:buClr>
                <a:schemeClr val="dk1"/>
              </a:buClr>
              <a:buSzPts val="1600"/>
              <a:buChar char="–"/>
              <a:defRPr sz="1600">
                <a:solidFill>
                  <a:schemeClr val="dk1"/>
                </a:solidFill>
              </a:defRPr>
            </a:lvl5pPr>
            <a:lvl6pPr indent="-330200" lvl="5" marL="2743200" algn="l">
              <a:lnSpc>
                <a:spcPct val="100000"/>
              </a:lnSpc>
              <a:spcBef>
                <a:spcPts val="300"/>
              </a:spcBef>
              <a:spcAft>
                <a:spcPts val="0"/>
              </a:spcAft>
              <a:buClr>
                <a:schemeClr val="dk1"/>
              </a:buClr>
              <a:buSzPts val="1600"/>
              <a:buChar char="–"/>
              <a:defRPr sz="1600">
                <a:solidFill>
                  <a:schemeClr val="dk1"/>
                </a:solidFill>
              </a:defRPr>
            </a:lvl6pPr>
            <a:lvl7pPr indent="-330200" lvl="6" marL="3200400" algn="l">
              <a:lnSpc>
                <a:spcPct val="100000"/>
              </a:lnSpc>
              <a:spcBef>
                <a:spcPts val="300"/>
              </a:spcBef>
              <a:spcAft>
                <a:spcPts val="0"/>
              </a:spcAft>
              <a:buClr>
                <a:schemeClr val="dk1"/>
              </a:buClr>
              <a:buSzPts val="1600"/>
              <a:buChar char="–"/>
              <a:defRPr sz="1600">
                <a:solidFill>
                  <a:schemeClr val="dk1"/>
                </a:solidFill>
              </a:defRPr>
            </a:lvl7pPr>
            <a:lvl8pPr indent="-330200" lvl="7" marL="3657600" algn="l">
              <a:lnSpc>
                <a:spcPct val="100000"/>
              </a:lnSpc>
              <a:spcBef>
                <a:spcPts val="300"/>
              </a:spcBef>
              <a:spcAft>
                <a:spcPts val="0"/>
              </a:spcAft>
              <a:buClr>
                <a:schemeClr val="dk1"/>
              </a:buClr>
              <a:buSzPts val="1600"/>
              <a:buChar char="–"/>
              <a:defRPr sz="1600">
                <a:solidFill>
                  <a:schemeClr val="dk1"/>
                </a:solidFill>
              </a:defRPr>
            </a:lvl8pPr>
            <a:lvl9pPr indent="-330200" lvl="8" marL="4114800" algn="l">
              <a:lnSpc>
                <a:spcPct val="100000"/>
              </a:lnSpc>
              <a:spcBef>
                <a:spcPts val="300"/>
              </a:spcBef>
              <a:spcAft>
                <a:spcPts val="0"/>
              </a:spcAft>
              <a:buClr>
                <a:schemeClr val="dk1"/>
              </a:buClr>
              <a:buSzPts val="1600"/>
              <a:buChar char="–"/>
              <a:defRPr sz="1600">
                <a:solidFill>
                  <a:schemeClr val="dk1"/>
                </a:solidFill>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5788">
          <p15:clr>
            <a:srgbClr val="FBAE40"/>
          </p15:clr>
        </p15:guide>
        <p15:guide id="2" orient="horz" pos="1152">
          <p15:clr>
            <a:srgbClr val="FBAE40"/>
          </p15:clr>
        </p15:guide>
        <p15:guide id="3" orient="horz" pos="3832">
          <p15:clr>
            <a:srgbClr val="FBAE40"/>
          </p15:clr>
        </p15:guide>
        <p15:guide id="4" orient="horz" pos="4148">
          <p15:clr>
            <a:srgbClr val="FBAE40"/>
          </p15:clr>
        </p15:guide>
        <p15:guide id="5" pos="540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Team">
    <p:spTree>
      <p:nvGrpSpPr>
        <p:cNvPr id="250" name="Shape 250"/>
        <p:cNvGrpSpPr/>
        <p:nvPr/>
      </p:nvGrpSpPr>
      <p:grpSpPr>
        <a:xfrm>
          <a:off x="0" y="0"/>
          <a:ext cx="0" cy="0"/>
          <a:chOff x="0" y="0"/>
          <a:chExt cx="0" cy="0"/>
        </a:xfrm>
      </p:grpSpPr>
      <p:sp>
        <p:nvSpPr>
          <p:cNvPr id="251" name="Google Shape;251;p48"/>
          <p:cNvSpPr txBox="1"/>
          <p:nvPr>
            <p:ph type="title"/>
          </p:nvPr>
        </p:nvSpPr>
        <p:spPr>
          <a:xfrm>
            <a:off x="365760" y="365760"/>
            <a:ext cx="11457432"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2" name="Google Shape;252;p48"/>
          <p:cNvSpPr/>
          <p:nvPr>
            <p:ph idx="2" type="pic"/>
          </p:nvPr>
        </p:nvSpPr>
        <p:spPr>
          <a:xfrm>
            <a:off x="365759" y="1828800"/>
            <a:ext cx="3612516" cy="2286000"/>
          </a:xfrm>
          <a:prstGeom prst="rect">
            <a:avLst/>
          </a:prstGeom>
          <a:solidFill>
            <a:srgbClr val="D7E0E3"/>
          </a:solidFill>
          <a:ln>
            <a:noFill/>
          </a:ln>
        </p:spPr>
      </p:sp>
      <p:sp>
        <p:nvSpPr>
          <p:cNvPr id="253" name="Google Shape;253;p48"/>
          <p:cNvSpPr txBox="1"/>
          <p:nvPr>
            <p:ph idx="1" type="body"/>
          </p:nvPr>
        </p:nvSpPr>
        <p:spPr>
          <a:xfrm>
            <a:off x="365760" y="4343400"/>
            <a:ext cx="3611880" cy="173736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600"/>
              <a:buFont typeface="Arial"/>
              <a:buNone/>
              <a:defRPr b="1" sz="1600"/>
            </a:lvl1pPr>
            <a:lvl2pPr indent="-228600" lvl="1" marL="914400" algn="l">
              <a:lnSpc>
                <a:spcPct val="100000"/>
              </a:lnSpc>
              <a:spcBef>
                <a:spcPts val="600"/>
              </a:spcBef>
              <a:spcAft>
                <a:spcPts val="0"/>
              </a:spcAft>
              <a:buClr>
                <a:schemeClr val="dk1"/>
              </a:buClr>
              <a:buSzPts val="1400"/>
              <a:buNone/>
              <a:defRPr b="1" sz="1400">
                <a:solidFill>
                  <a:schemeClr val="dk1"/>
                </a:solidFill>
              </a:defRPr>
            </a:lvl2pPr>
            <a:lvl3pPr indent="-228600" lvl="2" marL="1371600" algn="l">
              <a:lnSpc>
                <a:spcPct val="100000"/>
              </a:lnSpc>
              <a:spcBef>
                <a:spcPts val="600"/>
              </a:spcBef>
              <a:spcAft>
                <a:spcPts val="0"/>
              </a:spcAft>
              <a:buClr>
                <a:schemeClr val="dk1"/>
              </a:buClr>
              <a:buSzPts val="1400"/>
              <a:buNone/>
              <a:defRPr sz="1400"/>
            </a:lvl3pPr>
            <a:lvl4pPr indent="-317500" lvl="3" marL="1828800" algn="l">
              <a:lnSpc>
                <a:spcPct val="100000"/>
              </a:lnSpc>
              <a:spcBef>
                <a:spcPts val="600"/>
              </a:spcBef>
              <a:spcAft>
                <a:spcPts val="0"/>
              </a:spcAft>
              <a:buClr>
                <a:schemeClr val="dk1"/>
              </a:buClr>
              <a:buSzPts val="1400"/>
              <a:buFont typeface="Arial"/>
              <a:buChar char="•"/>
              <a:defRPr sz="1400"/>
            </a:lvl4pPr>
            <a:lvl5pPr indent="-317500" lvl="4" marL="2286000" algn="l">
              <a:lnSpc>
                <a:spcPct val="100000"/>
              </a:lnSpc>
              <a:spcBef>
                <a:spcPts val="300"/>
              </a:spcBef>
              <a:spcAft>
                <a:spcPts val="0"/>
              </a:spcAft>
              <a:buClr>
                <a:schemeClr val="dk1"/>
              </a:buClr>
              <a:buSzPts val="1400"/>
              <a:buChar char="–"/>
              <a:defRPr sz="1400"/>
            </a:lvl5pPr>
            <a:lvl6pPr indent="-317500" lvl="5" marL="2743200" algn="l">
              <a:lnSpc>
                <a:spcPct val="100000"/>
              </a:lnSpc>
              <a:spcBef>
                <a:spcPts val="300"/>
              </a:spcBef>
              <a:spcAft>
                <a:spcPts val="0"/>
              </a:spcAft>
              <a:buClr>
                <a:schemeClr val="dk1"/>
              </a:buClr>
              <a:buSzPts val="1400"/>
              <a:buChar char="–"/>
              <a:defRPr sz="1400"/>
            </a:lvl6pPr>
            <a:lvl7pPr indent="-317500" lvl="6" marL="3200400" algn="l">
              <a:lnSpc>
                <a:spcPct val="100000"/>
              </a:lnSpc>
              <a:spcBef>
                <a:spcPts val="300"/>
              </a:spcBef>
              <a:spcAft>
                <a:spcPts val="0"/>
              </a:spcAft>
              <a:buClr>
                <a:schemeClr val="dk1"/>
              </a:buClr>
              <a:buSzPts val="1400"/>
              <a:buChar char="–"/>
              <a:defRPr sz="1400"/>
            </a:lvl7pPr>
            <a:lvl8pPr indent="-317500" lvl="7" marL="3657600" algn="l">
              <a:lnSpc>
                <a:spcPct val="100000"/>
              </a:lnSpc>
              <a:spcBef>
                <a:spcPts val="300"/>
              </a:spcBef>
              <a:spcAft>
                <a:spcPts val="0"/>
              </a:spcAft>
              <a:buClr>
                <a:schemeClr val="dk1"/>
              </a:buClr>
              <a:buSzPts val="1400"/>
              <a:buChar char="–"/>
              <a:defRPr sz="1400"/>
            </a:lvl8pPr>
            <a:lvl9pPr indent="-317500" lvl="8" marL="4114800" algn="l">
              <a:lnSpc>
                <a:spcPct val="100000"/>
              </a:lnSpc>
              <a:spcBef>
                <a:spcPts val="300"/>
              </a:spcBef>
              <a:spcAft>
                <a:spcPts val="0"/>
              </a:spcAft>
              <a:buClr>
                <a:schemeClr val="dk1"/>
              </a:buClr>
              <a:buSzPts val="1400"/>
              <a:buChar char="–"/>
              <a:defRPr sz="1400"/>
            </a:lvl9pPr>
          </a:lstStyle>
          <a:p/>
        </p:txBody>
      </p:sp>
      <p:sp>
        <p:nvSpPr>
          <p:cNvPr id="254" name="Google Shape;254;p48"/>
          <p:cNvSpPr/>
          <p:nvPr>
            <p:ph idx="3" type="pic"/>
          </p:nvPr>
        </p:nvSpPr>
        <p:spPr>
          <a:xfrm>
            <a:off x="4288536" y="1828800"/>
            <a:ext cx="3612516" cy="2286000"/>
          </a:xfrm>
          <a:prstGeom prst="rect">
            <a:avLst/>
          </a:prstGeom>
          <a:solidFill>
            <a:srgbClr val="D7E0E3"/>
          </a:solidFill>
          <a:ln>
            <a:noFill/>
          </a:ln>
        </p:spPr>
      </p:sp>
      <p:sp>
        <p:nvSpPr>
          <p:cNvPr id="255" name="Google Shape;255;p48"/>
          <p:cNvSpPr txBox="1"/>
          <p:nvPr>
            <p:ph idx="4" type="body"/>
          </p:nvPr>
        </p:nvSpPr>
        <p:spPr>
          <a:xfrm>
            <a:off x="4288536" y="4343400"/>
            <a:ext cx="3611880" cy="173736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Clr>
                <a:schemeClr val="dk1"/>
              </a:buClr>
              <a:buSzPts val="1600"/>
              <a:buFont typeface="Arial"/>
              <a:buNone/>
              <a:defRPr b="1" sz="1600"/>
            </a:lvl1pPr>
            <a:lvl2pPr indent="-228600" lvl="1" marL="914400" algn="l">
              <a:lnSpc>
                <a:spcPct val="100000"/>
              </a:lnSpc>
              <a:spcBef>
                <a:spcPts val="600"/>
              </a:spcBef>
              <a:spcAft>
                <a:spcPts val="0"/>
              </a:spcAft>
              <a:buClr>
                <a:schemeClr val="dk1"/>
              </a:buClr>
              <a:buSzPts val="1400"/>
              <a:buNone/>
              <a:defRPr b="1" sz="1400">
                <a:solidFill>
                  <a:schemeClr val="dk1"/>
                </a:solidFill>
              </a:defRPr>
            </a:lvl2pPr>
            <a:lvl3pPr indent="-228600" lvl="2" marL="1371600" algn="l">
              <a:lnSpc>
                <a:spcPct val="100000"/>
              </a:lnSpc>
              <a:spcBef>
                <a:spcPts val="600"/>
              </a:spcBef>
              <a:spcAft>
                <a:spcPts val="0"/>
              </a:spcAft>
              <a:buClr>
                <a:schemeClr val="dk1"/>
              </a:buClr>
              <a:buSzPts val="1400"/>
              <a:buNone/>
              <a:defRPr sz="1400"/>
            </a:lvl3pPr>
            <a:lvl4pPr indent="-317500" lvl="3" marL="1828800" algn="l">
              <a:lnSpc>
                <a:spcPct val="100000"/>
              </a:lnSpc>
              <a:spcBef>
                <a:spcPts val="600"/>
              </a:spcBef>
              <a:spcAft>
                <a:spcPts val="0"/>
              </a:spcAft>
              <a:buClr>
                <a:schemeClr val="dk1"/>
              </a:buClr>
              <a:buSzPts val="1400"/>
              <a:buFont typeface="Arial"/>
              <a:buChar char="•"/>
              <a:defRPr sz="1400"/>
            </a:lvl4pPr>
            <a:lvl5pPr indent="-317500" lvl="4" marL="2286000" algn="l">
              <a:lnSpc>
                <a:spcPct val="100000"/>
              </a:lnSpc>
              <a:spcBef>
                <a:spcPts val="300"/>
              </a:spcBef>
              <a:spcAft>
                <a:spcPts val="0"/>
              </a:spcAft>
              <a:buClr>
                <a:schemeClr val="dk1"/>
              </a:buClr>
              <a:buSzPts val="1400"/>
              <a:buChar char="–"/>
              <a:defRPr sz="1400"/>
            </a:lvl5pPr>
            <a:lvl6pPr indent="-317500" lvl="5" marL="2743200" algn="l">
              <a:lnSpc>
                <a:spcPct val="100000"/>
              </a:lnSpc>
              <a:spcBef>
                <a:spcPts val="300"/>
              </a:spcBef>
              <a:spcAft>
                <a:spcPts val="0"/>
              </a:spcAft>
              <a:buClr>
                <a:schemeClr val="dk1"/>
              </a:buClr>
              <a:buSzPts val="1400"/>
              <a:buChar char="–"/>
              <a:defRPr sz="1400"/>
            </a:lvl6pPr>
            <a:lvl7pPr indent="-317500" lvl="6" marL="3200400" algn="l">
              <a:lnSpc>
                <a:spcPct val="100000"/>
              </a:lnSpc>
              <a:spcBef>
                <a:spcPts val="300"/>
              </a:spcBef>
              <a:spcAft>
                <a:spcPts val="0"/>
              </a:spcAft>
              <a:buClr>
                <a:schemeClr val="dk1"/>
              </a:buClr>
              <a:buSzPts val="1400"/>
              <a:buChar char="–"/>
              <a:defRPr sz="1400"/>
            </a:lvl7pPr>
            <a:lvl8pPr indent="-317500" lvl="7" marL="3657600" algn="l">
              <a:lnSpc>
                <a:spcPct val="100000"/>
              </a:lnSpc>
              <a:spcBef>
                <a:spcPts val="300"/>
              </a:spcBef>
              <a:spcAft>
                <a:spcPts val="0"/>
              </a:spcAft>
              <a:buClr>
                <a:schemeClr val="dk1"/>
              </a:buClr>
              <a:buSzPts val="1400"/>
              <a:buChar char="–"/>
              <a:defRPr sz="1400"/>
            </a:lvl8pPr>
            <a:lvl9pPr indent="-317500" lvl="8" marL="4114800" algn="l">
              <a:lnSpc>
                <a:spcPct val="100000"/>
              </a:lnSpc>
              <a:spcBef>
                <a:spcPts val="300"/>
              </a:spcBef>
              <a:spcAft>
                <a:spcPts val="0"/>
              </a:spcAft>
              <a:buClr>
                <a:schemeClr val="dk1"/>
              </a:buClr>
              <a:buSzPts val="1400"/>
              <a:buChar char="–"/>
              <a:defRPr sz="1400"/>
            </a:lvl9pPr>
          </a:lstStyle>
          <a:p/>
        </p:txBody>
      </p:sp>
      <p:sp>
        <p:nvSpPr>
          <p:cNvPr id="256" name="Google Shape;256;p48"/>
          <p:cNvSpPr/>
          <p:nvPr>
            <p:ph idx="5" type="pic"/>
          </p:nvPr>
        </p:nvSpPr>
        <p:spPr>
          <a:xfrm>
            <a:off x="8210676" y="1828800"/>
            <a:ext cx="3612516" cy="2286000"/>
          </a:xfrm>
          <a:prstGeom prst="rect">
            <a:avLst/>
          </a:prstGeom>
          <a:solidFill>
            <a:srgbClr val="D7E0E3"/>
          </a:solidFill>
          <a:ln>
            <a:noFill/>
          </a:ln>
        </p:spPr>
      </p:sp>
      <p:sp>
        <p:nvSpPr>
          <p:cNvPr id="257" name="Google Shape;257;p48"/>
          <p:cNvSpPr txBox="1"/>
          <p:nvPr>
            <p:ph idx="6" type="body"/>
          </p:nvPr>
        </p:nvSpPr>
        <p:spPr>
          <a:xfrm>
            <a:off x="8211312" y="4343400"/>
            <a:ext cx="3611880" cy="173736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Clr>
                <a:schemeClr val="dk1"/>
              </a:buClr>
              <a:buSzPts val="1600"/>
              <a:buFont typeface="Arial"/>
              <a:buNone/>
              <a:defRPr b="1" sz="1600"/>
            </a:lvl1pPr>
            <a:lvl2pPr indent="-228600" lvl="1" marL="914400" algn="l">
              <a:lnSpc>
                <a:spcPct val="100000"/>
              </a:lnSpc>
              <a:spcBef>
                <a:spcPts val="600"/>
              </a:spcBef>
              <a:spcAft>
                <a:spcPts val="0"/>
              </a:spcAft>
              <a:buClr>
                <a:schemeClr val="dk1"/>
              </a:buClr>
              <a:buSzPts val="1400"/>
              <a:buNone/>
              <a:defRPr b="1" sz="1400">
                <a:solidFill>
                  <a:schemeClr val="dk1"/>
                </a:solidFill>
              </a:defRPr>
            </a:lvl2pPr>
            <a:lvl3pPr indent="-228600" lvl="2" marL="1371600" algn="l">
              <a:lnSpc>
                <a:spcPct val="100000"/>
              </a:lnSpc>
              <a:spcBef>
                <a:spcPts val="600"/>
              </a:spcBef>
              <a:spcAft>
                <a:spcPts val="0"/>
              </a:spcAft>
              <a:buClr>
                <a:schemeClr val="dk1"/>
              </a:buClr>
              <a:buSzPts val="1400"/>
              <a:buNone/>
              <a:defRPr sz="1400"/>
            </a:lvl3pPr>
            <a:lvl4pPr indent="-317500" lvl="3" marL="1828800" algn="l">
              <a:lnSpc>
                <a:spcPct val="100000"/>
              </a:lnSpc>
              <a:spcBef>
                <a:spcPts val="600"/>
              </a:spcBef>
              <a:spcAft>
                <a:spcPts val="0"/>
              </a:spcAft>
              <a:buClr>
                <a:schemeClr val="dk1"/>
              </a:buClr>
              <a:buSzPts val="1400"/>
              <a:buFont typeface="Arial"/>
              <a:buChar char="•"/>
              <a:defRPr sz="1400"/>
            </a:lvl4pPr>
            <a:lvl5pPr indent="-317500" lvl="4" marL="2286000" algn="l">
              <a:lnSpc>
                <a:spcPct val="100000"/>
              </a:lnSpc>
              <a:spcBef>
                <a:spcPts val="300"/>
              </a:spcBef>
              <a:spcAft>
                <a:spcPts val="0"/>
              </a:spcAft>
              <a:buClr>
                <a:schemeClr val="dk1"/>
              </a:buClr>
              <a:buSzPts val="1400"/>
              <a:buChar char="–"/>
              <a:defRPr sz="1400"/>
            </a:lvl5pPr>
            <a:lvl6pPr indent="-317500" lvl="5" marL="2743200" algn="l">
              <a:lnSpc>
                <a:spcPct val="100000"/>
              </a:lnSpc>
              <a:spcBef>
                <a:spcPts val="300"/>
              </a:spcBef>
              <a:spcAft>
                <a:spcPts val="0"/>
              </a:spcAft>
              <a:buClr>
                <a:schemeClr val="dk1"/>
              </a:buClr>
              <a:buSzPts val="1400"/>
              <a:buChar char="–"/>
              <a:defRPr sz="1400"/>
            </a:lvl6pPr>
            <a:lvl7pPr indent="-317500" lvl="6" marL="3200400" algn="l">
              <a:lnSpc>
                <a:spcPct val="100000"/>
              </a:lnSpc>
              <a:spcBef>
                <a:spcPts val="300"/>
              </a:spcBef>
              <a:spcAft>
                <a:spcPts val="0"/>
              </a:spcAft>
              <a:buClr>
                <a:schemeClr val="dk1"/>
              </a:buClr>
              <a:buSzPts val="1400"/>
              <a:buChar char="–"/>
              <a:defRPr sz="1400"/>
            </a:lvl7pPr>
            <a:lvl8pPr indent="-317500" lvl="7" marL="3657600" algn="l">
              <a:lnSpc>
                <a:spcPct val="100000"/>
              </a:lnSpc>
              <a:spcBef>
                <a:spcPts val="300"/>
              </a:spcBef>
              <a:spcAft>
                <a:spcPts val="0"/>
              </a:spcAft>
              <a:buClr>
                <a:schemeClr val="dk1"/>
              </a:buClr>
              <a:buSzPts val="1400"/>
              <a:buChar char="–"/>
              <a:defRPr sz="1400"/>
            </a:lvl8pPr>
            <a:lvl9pPr indent="-317500" lvl="8" marL="4114800" algn="l">
              <a:lnSpc>
                <a:spcPct val="100000"/>
              </a:lnSpc>
              <a:spcBef>
                <a:spcPts val="300"/>
              </a:spcBef>
              <a:spcAft>
                <a:spcPts val="0"/>
              </a:spcAft>
              <a:buClr>
                <a:schemeClr val="dk1"/>
              </a:buClr>
              <a:buSzPts val="1400"/>
              <a:buChar char="–"/>
              <a:defRPr sz="1400"/>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os="2736">
          <p15:clr>
            <a:srgbClr val="FBAE40"/>
          </p15:clr>
        </p15:guide>
        <p15:guide id="9" orient="horz" pos="2592">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ography">
  <p:cSld name="Biography">
    <p:bg>
      <p:bgPr>
        <a:blipFill>
          <a:blip r:embed="rId2">
            <a:alphaModFix/>
          </a:blip>
          <a:stretch>
            <a:fillRect/>
          </a:stretch>
        </a:blipFill>
      </p:bgPr>
    </p:bg>
    <p:spTree>
      <p:nvGrpSpPr>
        <p:cNvPr id="258" name="Shape 258"/>
        <p:cNvGrpSpPr/>
        <p:nvPr/>
      </p:nvGrpSpPr>
      <p:grpSpPr>
        <a:xfrm>
          <a:off x="0" y="0"/>
          <a:ext cx="0" cy="0"/>
          <a:chOff x="0" y="0"/>
          <a:chExt cx="0" cy="0"/>
        </a:xfrm>
      </p:grpSpPr>
      <p:sp>
        <p:nvSpPr>
          <p:cNvPr id="259" name="Google Shape;259;p49"/>
          <p:cNvSpPr txBox="1"/>
          <p:nvPr>
            <p:ph type="title"/>
          </p:nvPr>
        </p:nvSpPr>
        <p:spPr>
          <a:xfrm>
            <a:off x="365760" y="365760"/>
            <a:ext cx="8203565"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0" name="Google Shape;260;p49"/>
          <p:cNvSpPr txBox="1"/>
          <p:nvPr>
            <p:ph idx="1" type="body"/>
          </p:nvPr>
        </p:nvSpPr>
        <p:spPr>
          <a:xfrm>
            <a:off x="365124" y="1828800"/>
            <a:ext cx="2633472" cy="42519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1600"/>
              <a:buFont typeface="Arial"/>
              <a:buNone/>
              <a:defRPr b="1" sz="1600"/>
            </a:lvl1pPr>
            <a:lvl2pPr indent="-228600" lvl="1" marL="914400" algn="l">
              <a:lnSpc>
                <a:spcPct val="100000"/>
              </a:lnSpc>
              <a:spcBef>
                <a:spcPts val="600"/>
              </a:spcBef>
              <a:spcAft>
                <a:spcPts val="0"/>
              </a:spcAft>
              <a:buClr>
                <a:schemeClr val="dk1"/>
              </a:buClr>
              <a:buSzPts val="1400"/>
              <a:buFont typeface="Arial"/>
              <a:buNone/>
              <a:defRPr b="1" sz="1400">
                <a:solidFill>
                  <a:schemeClr val="dk1"/>
                </a:solidFill>
              </a:defRPr>
            </a:lvl2pPr>
            <a:lvl3pPr indent="-228600" lvl="2" marL="1371600" algn="l">
              <a:lnSpc>
                <a:spcPct val="100000"/>
              </a:lnSpc>
              <a:spcBef>
                <a:spcPts val="600"/>
              </a:spcBef>
              <a:spcAft>
                <a:spcPts val="0"/>
              </a:spcAft>
              <a:buClr>
                <a:schemeClr val="dk1"/>
              </a:buClr>
              <a:buSzPts val="1400"/>
              <a:buFont typeface="Arial"/>
              <a:buNone/>
              <a:defRPr sz="1400"/>
            </a:lvl3pPr>
            <a:lvl4pPr indent="-317500" lvl="3" marL="1828800" algn="l">
              <a:lnSpc>
                <a:spcPct val="100000"/>
              </a:lnSpc>
              <a:spcBef>
                <a:spcPts val="600"/>
              </a:spcBef>
              <a:spcAft>
                <a:spcPts val="0"/>
              </a:spcAft>
              <a:buClr>
                <a:schemeClr val="dk1"/>
              </a:buClr>
              <a:buSzPts val="1400"/>
              <a:buFont typeface="Arial"/>
              <a:buChar char="•"/>
              <a:defRPr sz="1400"/>
            </a:lvl4pPr>
            <a:lvl5pPr indent="-317500" lvl="4" marL="2286000" algn="l">
              <a:lnSpc>
                <a:spcPct val="100000"/>
              </a:lnSpc>
              <a:spcBef>
                <a:spcPts val="300"/>
              </a:spcBef>
              <a:spcAft>
                <a:spcPts val="0"/>
              </a:spcAft>
              <a:buClr>
                <a:schemeClr val="dk1"/>
              </a:buClr>
              <a:buSzPts val="1400"/>
              <a:buChar char="–"/>
              <a:defRPr sz="1400"/>
            </a:lvl5pPr>
            <a:lvl6pPr indent="-317500" lvl="5" marL="2743200" algn="l">
              <a:lnSpc>
                <a:spcPct val="100000"/>
              </a:lnSpc>
              <a:spcBef>
                <a:spcPts val="300"/>
              </a:spcBef>
              <a:spcAft>
                <a:spcPts val="0"/>
              </a:spcAft>
              <a:buClr>
                <a:schemeClr val="dk1"/>
              </a:buClr>
              <a:buSzPts val="1400"/>
              <a:buChar char="–"/>
              <a:defRPr sz="1400"/>
            </a:lvl6pPr>
            <a:lvl7pPr indent="-317500" lvl="6" marL="3200400" algn="l">
              <a:lnSpc>
                <a:spcPct val="100000"/>
              </a:lnSpc>
              <a:spcBef>
                <a:spcPts val="300"/>
              </a:spcBef>
              <a:spcAft>
                <a:spcPts val="0"/>
              </a:spcAft>
              <a:buClr>
                <a:schemeClr val="dk1"/>
              </a:buClr>
              <a:buSzPts val="1400"/>
              <a:buChar char="–"/>
              <a:defRPr sz="1400"/>
            </a:lvl7pPr>
            <a:lvl8pPr indent="-317500" lvl="7" marL="3657600" algn="l">
              <a:lnSpc>
                <a:spcPct val="100000"/>
              </a:lnSpc>
              <a:spcBef>
                <a:spcPts val="300"/>
              </a:spcBef>
              <a:spcAft>
                <a:spcPts val="0"/>
              </a:spcAft>
              <a:buClr>
                <a:schemeClr val="dk1"/>
              </a:buClr>
              <a:buSzPts val="1400"/>
              <a:buChar char="–"/>
              <a:defRPr sz="1400"/>
            </a:lvl8pPr>
            <a:lvl9pPr indent="-317500" lvl="8" marL="4114800" algn="l">
              <a:lnSpc>
                <a:spcPct val="100000"/>
              </a:lnSpc>
              <a:spcBef>
                <a:spcPts val="300"/>
              </a:spcBef>
              <a:spcAft>
                <a:spcPts val="0"/>
              </a:spcAft>
              <a:buClr>
                <a:schemeClr val="dk1"/>
              </a:buClr>
              <a:buSzPts val="1400"/>
              <a:buChar char="–"/>
              <a:defRPr sz="1400"/>
            </a:lvl9pPr>
          </a:lstStyle>
          <a:p/>
        </p:txBody>
      </p:sp>
      <p:sp>
        <p:nvSpPr>
          <p:cNvPr id="261" name="Google Shape;261;p49"/>
          <p:cNvSpPr txBox="1"/>
          <p:nvPr>
            <p:ph idx="2" type="body"/>
          </p:nvPr>
        </p:nvSpPr>
        <p:spPr>
          <a:xfrm>
            <a:off x="3308350" y="1828800"/>
            <a:ext cx="3959352" cy="42519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1600"/>
              <a:buFont typeface="Arial"/>
              <a:buNone/>
              <a:defRPr b="1" sz="1600"/>
            </a:lvl1pPr>
            <a:lvl2pPr indent="-228600" lvl="1" marL="914400" algn="l">
              <a:lnSpc>
                <a:spcPct val="100000"/>
              </a:lnSpc>
              <a:spcBef>
                <a:spcPts val="600"/>
              </a:spcBef>
              <a:spcAft>
                <a:spcPts val="0"/>
              </a:spcAft>
              <a:buClr>
                <a:schemeClr val="dk1"/>
              </a:buClr>
              <a:buSzPts val="1400"/>
              <a:buFont typeface="Arial"/>
              <a:buNone/>
              <a:defRPr b="1" sz="1400">
                <a:solidFill>
                  <a:schemeClr val="dk1"/>
                </a:solidFill>
              </a:defRPr>
            </a:lvl2pPr>
            <a:lvl3pPr indent="-228600" lvl="2" marL="1371600" algn="l">
              <a:lnSpc>
                <a:spcPct val="100000"/>
              </a:lnSpc>
              <a:spcBef>
                <a:spcPts val="600"/>
              </a:spcBef>
              <a:spcAft>
                <a:spcPts val="0"/>
              </a:spcAft>
              <a:buClr>
                <a:schemeClr val="dk1"/>
              </a:buClr>
              <a:buSzPts val="1400"/>
              <a:buFont typeface="Arial"/>
              <a:buNone/>
              <a:defRPr sz="1400"/>
            </a:lvl3pPr>
            <a:lvl4pPr indent="-317500" lvl="3" marL="1828800" algn="l">
              <a:lnSpc>
                <a:spcPct val="100000"/>
              </a:lnSpc>
              <a:spcBef>
                <a:spcPts val="600"/>
              </a:spcBef>
              <a:spcAft>
                <a:spcPts val="0"/>
              </a:spcAft>
              <a:buClr>
                <a:schemeClr val="dk1"/>
              </a:buClr>
              <a:buSzPts val="1400"/>
              <a:buFont typeface="Arial"/>
              <a:buChar char="•"/>
              <a:defRPr sz="1400"/>
            </a:lvl4pPr>
            <a:lvl5pPr indent="-317500" lvl="4" marL="2286000" algn="l">
              <a:lnSpc>
                <a:spcPct val="100000"/>
              </a:lnSpc>
              <a:spcBef>
                <a:spcPts val="300"/>
              </a:spcBef>
              <a:spcAft>
                <a:spcPts val="0"/>
              </a:spcAft>
              <a:buClr>
                <a:schemeClr val="dk1"/>
              </a:buClr>
              <a:buSzPts val="1400"/>
              <a:buChar char="–"/>
              <a:defRPr sz="1400"/>
            </a:lvl5pPr>
            <a:lvl6pPr indent="-317500" lvl="5" marL="2743200" algn="l">
              <a:lnSpc>
                <a:spcPct val="100000"/>
              </a:lnSpc>
              <a:spcBef>
                <a:spcPts val="300"/>
              </a:spcBef>
              <a:spcAft>
                <a:spcPts val="0"/>
              </a:spcAft>
              <a:buClr>
                <a:schemeClr val="dk1"/>
              </a:buClr>
              <a:buSzPts val="1400"/>
              <a:buChar char="–"/>
              <a:defRPr sz="1400"/>
            </a:lvl6pPr>
            <a:lvl7pPr indent="-317500" lvl="6" marL="3200400" algn="l">
              <a:lnSpc>
                <a:spcPct val="100000"/>
              </a:lnSpc>
              <a:spcBef>
                <a:spcPts val="300"/>
              </a:spcBef>
              <a:spcAft>
                <a:spcPts val="0"/>
              </a:spcAft>
              <a:buClr>
                <a:schemeClr val="dk1"/>
              </a:buClr>
              <a:buSzPts val="1400"/>
              <a:buChar char="–"/>
              <a:defRPr sz="1400"/>
            </a:lvl7pPr>
            <a:lvl8pPr indent="-317500" lvl="7" marL="3657600" algn="l">
              <a:lnSpc>
                <a:spcPct val="100000"/>
              </a:lnSpc>
              <a:spcBef>
                <a:spcPts val="300"/>
              </a:spcBef>
              <a:spcAft>
                <a:spcPts val="0"/>
              </a:spcAft>
              <a:buClr>
                <a:schemeClr val="dk1"/>
              </a:buClr>
              <a:buSzPts val="1400"/>
              <a:buChar char="–"/>
              <a:defRPr sz="1400"/>
            </a:lvl8pPr>
            <a:lvl9pPr indent="-317500" lvl="8" marL="4114800" algn="l">
              <a:lnSpc>
                <a:spcPct val="100000"/>
              </a:lnSpc>
              <a:spcBef>
                <a:spcPts val="300"/>
              </a:spcBef>
              <a:spcAft>
                <a:spcPts val="0"/>
              </a:spcAft>
              <a:buClr>
                <a:schemeClr val="dk1"/>
              </a:buClr>
              <a:buSzPts val="1400"/>
              <a:buChar char="–"/>
              <a:defRPr sz="1400"/>
            </a:lvl9pPr>
          </a:lstStyle>
          <a:p/>
        </p:txBody>
      </p:sp>
      <p:sp>
        <p:nvSpPr>
          <p:cNvPr id="262" name="Google Shape;262;p49"/>
          <p:cNvSpPr/>
          <p:nvPr>
            <p:ph idx="3" type="pic"/>
          </p:nvPr>
        </p:nvSpPr>
        <p:spPr>
          <a:xfrm>
            <a:off x="7571232" y="1828797"/>
            <a:ext cx="4251960" cy="4251960"/>
          </a:xfrm>
          <a:prstGeom prst="rect">
            <a:avLst/>
          </a:prstGeom>
          <a:solidFill>
            <a:srgbClr val="D7E0E3"/>
          </a:solid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4768">
          <p15:clr>
            <a:srgbClr val="FBAE40"/>
          </p15:clr>
        </p15:guide>
        <p15:guide id="2" pos="4580">
          <p15:clr>
            <a:srgbClr val="FBAE40"/>
          </p15:clr>
        </p15:guide>
        <p15:guide id="3" orient="horz" pos="1152">
          <p15:clr>
            <a:srgbClr val="FBAE40"/>
          </p15:clr>
        </p15:guide>
        <p15:guide id="4" orient="horz" pos="3832">
          <p15:clr>
            <a:srgbClr val="FBAE40"/>
          </p15:clr>
        </p15:guide>
        <p15:guide id="5" pos="1890">
          <p15:clr>
            <a:srgbClr val="FBAE40"/>
          </p15:clr>
        </p15:guide>
        <p15:guide id="6" pos="208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Sand">
  <p:cSld name="Section Header - Sand">
    <p:bg>
      <p:bgPr>
        <a:solidFill>
          <a:schemeClr val="lt1"/>
        </a:solidFill>
      </p:bgPr>
    </p:bg>
    <p:spTree>
      <p:nvGrpSpPr>
        <p:cNvPr id="263" name="Shape 263"/>
        <p:cNvGrpSpPr/>
        <p:nvPr/>
      </p:nvGrpSpPr>
      <p:grpSpPr>
        <a:xfrm>
          <a:off x="0" y="0"/>
          <a:ext cx="0" cy="0"/>
          <a:chOff x="0" y="0"/>
          <a:chExt cx="0" cy="0"/>
        </a:xfrm>
      </p:grpSpPr>
      <p:sp>
        <p:nvSpPr>
          <p:cNvPr id="264" name="Google Shape;264;p50"/>
          <p:cNvSpPr/>
          <p:nvPr/>
        </p:nvSpPr>
        <p:spPr>
          <a:xfrm>
            <a:off x="758952" y="365124"/>
            <a:ext cx="11064240" cy="5810885"/>
          </a:xfrm>
          <a:prstGeom prst="rect">
            <a:avLst/>
          </a:prstGeom>
          <a:solidFill>
            <a:srgbClr val="ECECE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800">
              <a:solidFill>
                <a:schemeClr val="dk1"/>
              </a:solidFill>
              <a:latin typeface="Arial"/>
              <a:ea typeface="Arial"/>
              <a:cs typeface="Arial"/>
              <a:sym typeface="Arial"/>
            </a:endParaRPr>
          </a:p>
        </p:txBody>
      </p:sp>
      <p:sp>
        <p:nvSpPr>
          <p:cNvPr id="265" name="Google Shape;265;p50"/>
          <p:cNvSpPr txBox="1"/>
          <p:nvPr>
            <p:ph type="title"/>
          </p:nvPr>
        </p:nvSpPr>
        <p:spPr>
          <a:xfrm>
            <a:off x="1124712" y="731520"/>
            <a:ext cx="8503920" cy="210312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4800"/>
              <a:buFont typeface="Arial"/>
              <a:buNone/>
              <a:defRPr b="0"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6" name="Google Shape;266;p50"/>
          <p:cNvSpPr txBox="1"/>
          <p:nvPr>
            <p:ph idx="1" type="body"/>
          </p:nvPr>
        </p:nvSpPr>
        <p:spPr>
          <a:xfrm>
            <a:off x="1124712" y="2971798"/>
            <a:ext cx="8505190" cy="3111501"/>
          </a:xfrm>
          <a:prstGeom prst="rect">
            <a:avLst/>
          </a:prstGeom>
          <a:noFill/>
          <a:ln>
            <a:noFill/>
          </a:ln>
        </p:spPr>
        <p:txBody>
          <a:bodyPr anchorCtr="0" anchor="t" bIns="0" lIns="0" spcFirstLastPara="1" rIns="0" wrap="square" tIns="0">
            <a:normAutofit/>
          </a:bodyPr>
          <a:lstStyle>
            <a:lvl1pPr indent="-342900" lvl="0" marL="457200" algn="l">
              <a:lnSpc>
                <a:spcPct val="100000"/>
              </a:lnSpc>
              <a:spcBef>
                <a:spcPts val="12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300"/>
              </a:spcBef>
              <a:spcAft>
                <a:spcPts val="0"/>
              </a:spcAft>
              <a:buClr>
                <a:schemeClr val="dk1"/>
              </a:buClr>
              <a:buSzPts val="1800"/>
              <a:buChar char="–"/>
              <a:defRPr/>
            </a:lvl4pPr>
            <a:lvl5pPr indent="-342900" lvl="4" marL="2286000" algn="l">
              <a:lnSpc>
                <a:spcPct val="100000"/>
              </a:lnSpc>
              <a:spcBef>
                <a:spcPts val="300"/>
              </a:spcBef>
              <a:spcAft>
                <a:spcPts val="0"/>
              </a:spcAft>
              <a:buClr>
                <a:schemeClr val="dk1"/>
              </a:buClr>
              <a:buSzPts val="1800"/>
              <a:buChar char="–"/>
              <a:defRPr/>
            </a:lvl5pPr>
            <a:lvl6pPr indent="-342900" lvl="5" marL="2743200" algn="l">
              <a:lnSpc>
                <a:spcPct val="100000"/>
              </a:lnSpc>
              <a:spcBef>
                <a:spcPts val="300"/>
              </a:spcBef>
              <a:spcAft>
                <a:spcPts val="0"/>
              </a:spcAft>
              <a:buClr>
                <a:schemeClr val="dk1"/>
              </a:buClr>
              <a:buSzPts val="1800"/>
              <a:buChar char="–"/>
              <a:defRPr/>
            </a:lvl6pPr>
            <a:lvl7pPr indent="-342900" lvl="6" marL="3200400" algn="l">
              <a:lnSpc>
                <a:spcPct val="100000"/>
              </a:lnSpc>
              <a:spcBef>
                <a:spcPts val="300"/>
              </a:spcBef>
              <a:spcAft>
                <a:spcPts val="0"/>
              </a:spcAft>
              <a:buClr>
                <a:schemeClr val="dk1"/>
              </a:buClr>
              <a:buSzPts val="1800"/>
              <a:buChar char="–"/>
              <a:defRPr/>
            </a:lvl7pPr>
            <a:lvl8pPr indent="-342900" lvl="7" marL="3657600" algn="l">
              <a:lnSpc>
                <a:spcPct val="100000"/>
              </a:lnSpc>
              <a:spcBef>
                <a:spcPts val="300"/>
              </a:spcBef>
              <a:spcAft>
                <a:spcPts val="0"/>
              </a:spcAft>
              <a:buClr>
                <a:schemeClr val="dk1"/>
              </a:buClr>
              <a:buSzPts val="1800"/>
              <a:buChar char="–"/>
              <a:defRPr/>
            </a:lvl8pPr>
            <a:lvl9pPr indent="-342900" lvl="8" marL="4114800" algn="l">
              <a:lnSpc>
                <a:spcPct val="100000"/>
              </a:lnSpc>
              <a:spcBef>
                <a:spcPts val="3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6066">
          <p15:clr>
            <a:srgbClr val="FBAE40"/>
          </p15:clr>
        </p15:guide>
        <p15:guide id="2" orient="horz" pos="3832">
          <p15:clr>
            <a:srgbClr val="FBAE40"/>
          </p15:clr>
        </p15:guide>
        <p15:guide id="3" orient="horz" pos="4148">
          <p15:clr>
            <a:srgbClr val="FBAE40"/>
          </p15:clr>
        </p15:guide>
        <p15:guide id="4" pos="708">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bg>
      <p:bgPr>
        <a:solidFill>
          <a:srgbClr val="006E74"/>
        </a:solidFill>
      </p:bgPr>
    </p:bg>
    <p:spTree>
      <p:nvGrpSpPr>
        <p:cNvPr id="267" name="Shape 267"/>
        <p:cNvGrpSpPr/>
        <p:nvPr/>
      </p:nvGrpSpPr>
      <p:grpSpPr>
        <a:xfrm>
          <a:off x="0" y="0"/>
          <a:ext cx="0" cy="0"/>
          <a:chOff x="0" y="0"/>
          <a:chExt cx="0" cy="0"/>
        </a:xfrm>
      </p:grpSpPr>
      <p:sp>
        <p:nvSpPr>
          <p:cNvPr id="268" name="Google Shape;268;p51"/>
          <p:cNvSpPr txBox="1"/>
          <p:nvPr>
            <p:ph type="title"/>
          </p:nvPr>
        </p:nvSpPr>
        <p:spPr>
          <a:xfrm>
            <a:off x="365760" y="1737360"/>
            <a:ext cx="8503920" cy="210312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4800"/>
              <a:buFont typeface="Arial"/>
              <a:buNone/>
              <a:defRPr b="0"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9" name="Google Shape;269;p51"/>
          <p:cNvSpPr txBox="1"/>
          <p:nvPr>
            <p:ph idx="1" type="body"/>
          </p:nvPr>
        </p:nvSpPr>
        <p:spPr>
          <a:xfrm>
            <a:off x="365760" y="4114800"/>
            <a:ext cx="8505190" cy="1968500"/>
          </a:xfrm>
          <a:prstGeom prst="rect">
            <a:avLst/>
          </a:prstGeom>
          <a:noFill/>
          <a:ln>
            <a:noFill/>
          </a:ln>
        </p:spPr>
        <p:txBody>
          <a:bodyPr anchorCtr="0" anchor="t" bIns="0" lIns="0" spcFirstLastPara="1" rIns="0" wrap="square" tIns="0">
            <a:normAutofit/>
          </a:bodyPr>
          <a:lstStyle>
            <a:lvl1pPr indent="-342900" lvl="0" marL="457200" algn="l">
              <a:lnSpc>
                <a:spcPct val="100000"/>
              </a:lnSpc>
              <a:spcBef>
                <a:spcPts val="1200"/>
              </a:spcBef>
              <a:spcAft>
                <a:spcPts val="0"/>
              </a:spcAft>
              <a:buClr>
                <a:schemeClr val="lt1"/>
              </a:buClr>
              <a:buSzPts val="1800"/>
              <a:buChar char="•"/>
              <a:defRPr/>
            </a:lvl1pPr>
            <a:lvl2pPr indent="-342900" lvl="1" marL="914400" algn="l">
              <a:lnSpc>
                <a:spcPct val="100000"/>
              </a:lnSpc>
              <a:spcBef>
                <a:spcPts val="300"/>
              </a:spcBef>
              <a:spcAft>
                <a:spcPts val="0"/>
              </a:spcAft>
              <a:buClr>
                <a:schemeClr val="lt1"/>
              </a:buClr>
              <a:buSzPts val="1800"/>
              <a:buChar char="–"/>
              <a:defRPr/>
            </a:lvl2pPr>
            <a:lvl3pPr indent="-342900" lvl="2" marL="1371600" algn="l">
              <a:lnSpc>
                <a:spcPct val="100000"/>
              </a:lnSpc>
              <a:spcBef>
                <a:spcPts val="300"/>
              </a:spcBef>
              <a:spcAft>
                <a:spcPts val="0"/>
              </a:spcAft>
              <a:buClr>
                <a:schemeClr val="lt1"/>
              </a:buClr>
              <a:buSzPts val="1800"/>
              <a:buChar char="–"/>
              <a:defRPr/>
            </a:lvl3pPr>
            <a:lvl4pPr indent="-342900" lvl="3" marL="1828800" algn="l">
              <a:lnSpc>
                <a:spcPct val="100000"/>
              </a:lnSpc>
              <a:spcBef>
                <a:spcPts val="300"/>
              </a:spcBef>
              <a:spcAft>
                <a:spcPts val="0"/>
              </a:spcAft>
              <a:buClr>
                <a:schemeClr val="lt1"/>
              </a:buClr>
              <a:buSzPts val="1800"/>
              <a:buChar char="–"/>
              <a:defRPr/>
            </a:lvl4pPr>
            <a:lvl5pPr indent="-342900" lvl="4" marL="2286000" algn="l">
              <a:lnSpc>
                <a:spcPct val="100000"/>
              </a:lnSpc>
              <a:spcBef>
                <a:spcPts val="300"/>
              </a:spcBef>
              <a:spcAft>
                <a:spcPts val="0"/>
              </a:spcAft>
              <a:buClr>
                <a:schemeClr val="lt1"/>
              </a:buClr>
              <a:buSzPts val="1800"/>
              <a:buChar char="–"/>
              <a:defRPr/>
            </a:lvl5pPr>
            <a:lvl6pPr indent="-342900" lvl="5" marL="2743200" algn="l">
              <a:lnSpc>
                <a:spcPct val="100000"/>
              </a:lnSpc>
              <a:spcBef>
                <a:spcPts val="300"/>
              </a:spcBef>
              <a:spcAft>
                <a:spcPts val="0"/>
              </a:spcAft>
              <a:buClr>
                <a:schemeClr val="lt1"/>
              </a:buClr>
              <a:buSzPts val="1800"/>
              <a:buChar char="–"/>
              <a:defRPr/>
            </a:lvl6pPr>
            <a:lvl7pPr indent="-342900" lvl="6" marL="3200400" algn="l">
              <a:lnSpc>
                <a:spcPct val="100000"/>
              </a:lnSpc>
              <a:spcBef>
                <a:spcPts val="300"/>
              </a:spcBef>
              <a:spcAft>
                <a:spcPts val="0"/>
              </a:spcAft>
              <a:buClr>
                <a:schemeClr val="lt1"/>
              </a:buClr>
              <a:buSzPts val="1800"/>
              <a:buChar char="–"/>
              <a:defRPr/>
            </a:lvl7pPr>
            <a:lvl8pPr indent="-342900" lvl="7" marL="3657600" algn="l">
              <a:lnSpc>
                <a:spcPct val="100000"/>
              </a:lnSpc>
              <a:spcBef>
                <a:spcPts val="300"/>
              </a:spcBef>
              <a:spcAft>
                <a:spcPts val="0"/>
              </a:spcAft>
              <a:buClr>
                <a:schemeClr val="lt1"/>
              </a:buClr>
              <a:buSzPts val="1800"/>
              <a:buChar char="–"/>
              <a:defRPr/>
            </a:lvl8pPr>
            <a:lvl9pPr indent="-342900" lvl="8" marL="4114800" algn="l">
              <a:lnSpc>
                <a:spcPct val="100000"/>
              </a:lnSpc>
              <a:spcBef>
                <a:spcPts val="300"/>
              </a:spcBef>
              <a:spcAft>
                <a:spcPts val="0"/>
              </a:spcAft>
              <a:buClr>
                <a:schemeClr val="lt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5588">
          <p15:clr>
            <a:srgbClr val="FBAE40"/>
          </p15:clr>
        </p15:guide>
        <p15:guide id="2" orient="horz" pos="3832">
          <p15:clr>
            <a:srgbClr val="FBAE40"/>
          </p15:clr>
        </p15:guide>
        <p15:guide id="3" orient="horz" pos="4148">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Number">
  <p:cSld name="Section Header - Number">
    <p:bg>
      <p:bgPr>
        <a:solidFill>
          <a:srgbClr val="006E74"/>
        </a:solidFill>
      </p:bgPr>
    </p:bg>
    <p:spTree>
      <p:nvGrpSpPr>
        <p:cNvPr id="270" name="Shape 270"/>
        <p:cNvGrpSpPr/>
        <p:nvPr/>
      </p:nvGrpSpPr>
      <p:grpSpPr>
        <a:xfrm>
          <a:off x="0" y="0"/>
          <a:ext cx="0" cy="0"/>
          <a:chOff x="0" y="0"/>
          <a:chExt cx="0" cy="0"/>
        </a:xfrm>
      </p:grpSpPr>
      <p:sp>
        <p:nvSpPr>
          <p:cNvPr id="271" name="Google Shape;271;p52"/>
          <p:cNvSpPr txBox="1"/>
          <p:nvPr>
            <p:ph idx="1" type="body"/>
          </p:nvPr>
        </p:nvSpPr>
        <p:spPr>
          <a:xfrm>
            <a:off x="365759" y="2514600"/>
            <a:ext cx="1280160" cy="3568700"/>
          </a:xfrm>
          <a:prstGeom prst="rect">
            <a:avLst/>
          </a:prstGeom>
          <a:noFill/>
          <a:ln>
            <a:noFill/>
          </a:ln>
        </p:spPr>
        <p:txBody>
          <a:bodyPr anchorCtr="0" anchor="t" bIns="0" lIns="0" spcFirstLastPara="1" rIns="0" wrap="square" tIns="0">
            <a:noAutofit/>
          </a:bodyPr>
          <a:lstStyle>
            <a:lvl1pPr indent="-228600" lvl="0" marL="457200" algn="r">
              <a:lnSpc>
                <a:spcPct val="85000"/>
              </a:lnSpc>
              <a:spcBef>
                <a:spcPts val="0"/>
              </a:spcBef>
              <a:spcAft>
                <a:spcPts val="0"/>
              </a:spcAft>
              <a:buClr>
                <a:schemeClr val="lt1"/>
              </a:buClr>
              <a:buSzPts val="7200"/>
              <a:buFont typeface="Arial"/>
              <a:buNone/>
              <a:defRPr sz="7200"/>
            </a:lvl1pPr>
            <a:lvl2pPr indent="-228600" lvl="1" marL="914400" algn="r">
              <a:lnSpc>
                <a:spcPct val="85000"/>
              </a:lnSpc>
              <a:spcBef>
                <a:spcPts val="0"/>
              </a:spcBef>
              <a:spcAft>
                <a:spcPts val="0"/>
              </a:spcAft>
              <a:buClr>
                <a:schemeClr val="lt1"/>
              </a:buClr>
              <a:buSzPts val="7200"/>
              <a:buFont typeface="Arial"/>
              <a:buNone/>
              <a:defRPr sz="7200"/>
            </a:lvl2pPr>
            <a:lvl3pPr indent="-228600" lvl="2" marL="1371600" algn="r">
              <a:lnSpc>
                <a:spcPct val="85000"/>
              </a:lnSpc>
              <a:spcBef>
                <a:spcPts val="0"/>
              </a:spcBef>
              <a:spcAft>
                <a:spcPts val="0"/>
              </a:spcAft>
              <a:buClr>
                <a:schemeClr val="lt1"/>
              </a:buClr>
              <a:buSzPts val="7200"/>
              <a:buFont typeface="Arial"/>
              <a:buNone/>
              <a:defRPr sz="7200"/>
            </a:lvl3pPr>
            <a:lvl4pPr indent="-228600" lvl="3" marL="1828800" algn="r">
              <a:lnSpc>
                <a:spcPct val="85000"/>
              </a:lnSpc>
              <a:spcBef>
                <a:spcPts val="0"/>
              </a:spcBef>
              <a:spcAft>
                <a:spcPts val="0"/>
              </a:spcAft>
              <a:buClr>
                <a:schemeClr val="lt1"/>
              </a:buClr>
              <a:buSzPts val="7200"/>
              <a:buFont typeface="Arial"/>
              <a:buNone/>
              <a:defRPr sz="7200"/>
            </a:lvl4pPr>
            <a:lvl5pPr indent="-228600" lvl="4" marL="2286000" algn="r">
              <a:lnSpc>
                <a:spcPct val="85000"/>
              </a:lnSpc>
              <a:spcBef>
                <a:spcPts val="0"/>
              </a:spcBef>
              <a:spcAft>
                <a:spcPts val="0"/>
              </a:spcAft>
              <a:buClr>
                <a:schemeClr val="lt1"/>
              </a:buClr>
              <a:buSzPts val="7200"/>
              <a:buFont typeface="Arial"/>
              <a:buNone/>
              <a:defRPr sz="7200"/>
            </a:lvl5pPr>
            <a:lvl6pPr indent="-228600" lvl="5" marL="2743200" algn="r">
              <a:lnSpc>
                <a:spcPct val="85000"/>
              </a:lnSpc>
              <a:spcBef>
                <a:spcPts val="0"/>
              </a:spcBef>
              <a:spcAft>
                <a:spcPts val="0"/>
              </a:spcAft>
              <a:buClr>
                <a:schemeClr val="lt1"/>
              </a:buClr>
              <a:buSzPts val="7200"/>
              <a:buFont typeface="Arial"/>
              <a:buNone/>
              <a:defRPr sz="7200"/>
            </a:lvl6pPr>
            <a:lvl7pPr indent="-228600" lvl="6" marL="3200400" algn="r">
              <a:lnSpc>
                <a:spcPct val="85000"/>
              </a:lnSpc>
              <a:spcBef>
                <a:spcPts val="0"/>
              </a:spcBef>
              <a:spcAft>
                <a:spcPts val="0"/>
              </a:spcAft>
              <a:buClr>
                <a:schemeClr val="lt1"/>
              </a:buClr>
              <a:buSzPts val="7200"/>
              <a:buFont typeface="Arial"/>
              <a:buNone/>
              <a:defRPr sz="7200"/>
            </a:lvl7pPr>
            <a:lvl8pPr indent="-228600" lvl="7" marL="3657600" algn="r">
              <a:lnSpc>
                <a:spcPct val="85000"/>
              </a:lnSpc>
              <a:spcBef>
                <a:spcPts val="0"/>
              </a:spcBef>
              <a:spcAft>
                <a:spcPts val="0"/>
              </a:spcAft>
              <a:buClr>
                <a:schemeClr val="lt1"/>
              </a:buClr>
              <a:buSzPts val="7200"/>
              <a:buFont typeface="Arial"/>
              <a:buNone/>
              <a:defRPr sz="7200"/>
            </a:lvl8pPr>
            <a:lvl9pPr indent="-228600" lvl="8" marL="4114800" algn="r">
              <a:lnSpc>
                <a:spcPct val="85000"/>
              </a:lnSpc>
              <a:spcBef>
                <a:spcPts val="0"/>
              </a:spcBef>
              <a:spcAft>
                <a:spcPts val="0"/>
              </a:spcAft>
              <a:buClr>
                <a:schemeClr val="lt1"/>
              </a:buClr>
              <a:buSzPts val="7200"/>
              <a:buFont typeface="Arial"/>
              <a:buNone/>
              <a:defRPr sz="7200"/>
            </a:lvl9pPr>
          </a:lstStyle>
          <a:p/>
        </p:txBody>
      </p:sp>
      <p:sp>
        <p:nvSpPr>
          <p:cNvPr id="272" name="Google Shape;272;p52"/>
          <p:cNvSpPr txBox="1"/>
          <p:nvPr>
            <p:ph type="title"/>
          </p:nvPr>
        </p:nvSpPr>
        <p:spPr>
          <a:xfrm>
            <a:off x="1828800" y="2514600"/>
            <a:ext cx="9994900" cy="35687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lt1"/>
              </a:buClr>
              <a:buSzPts val="7200"/>
              <a:buFont typeface="Arial"/>
              <a:buNone/>
              <a:defRPr b="0" sz="7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Big Number">
  <p:cSld name="Section Header - Big Number">
    <p:bg>
      <p:bgPr>
        <a:solidFill>
          <a:srgbClr val="006E74"/>
        </a:solidFill>
      </p:bgPr>
    </p:bg>
    <p:spTree>
      <p:nvGrpSpPr>
        <p:cNvPr id="273" name="Shape 273"/>
        <p:cNvGrpSpPr/>
        <p:nvPr/>
      </p:nvGrpSpPr>
      <p:grpSpPr>
        <a:xfrm>
          <a:off x="0" y="0"/>
          <a:ext cx="0" cy="0"/>
          <a:chOff x="0" y="0"/>
          <a:chExt cx="0" cy="0"/>
        </a:xfrm>
      </p:grpSpPr>
      <p:sp>
        <p:nvSpPr>
          <p:cNvPr id="274" name="Google Shape;274;p53"/>
          <p:cNvSpPr txBox="1"/>
          <p:nvPr>
            <p:ph idx="1" type="body"/>
          </p:nvPr>
        </p:nvSpPr>
        <p:spPr>
          <a:xfrm>
            <a:off x="365758" y="365125"/>
            <a:ext cx="2525487" cy="3473475"/>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lt1"/>
              </a:buClr>
              <a:buSzPts val="17000"/>
              <a:buFont typeface="Arial"/>
              <a:buNone/>
              <a:defRPr sz="17000"/>
            </a:lvl1pPr>
            <a:lvl2pPr indent="-228600" lvl="1" marL="914400" algn="l">
              <a:lnSpc>
                <a:spcPct val="85000"/>
              </a:lnSpc>
              <a:spcBef>
                <a:spcPts val="0"/>
              </a:spcBef>
              <a:spcAft>
                <a:spcPts val="0"/>
              </a:spcAft>
              <a:buClr>
                <a:schemeClr val="lt1"/>
              </a:buClr>
              <a:buSzPts val="17000"/>
              <a:buFont typeface="Arial"/>
              <a:buNone/>
              <a:defRPr sz="17000"/>
            </a:lvl2pPr>
            <a:lvl3pPr indent="-228600" lvl="2" marL="1371600" algn="l">
              <a:lnSpc>
                <a:spcPct val="85000"/>
              </a:lnSpc>
              <a:spcBef>
                <a:spcPts val="0"/>
              </a:spcBef>
              <a:spcAft>
                <a:spcPts val="0"/>
              </a:spcAft>
              <a:buClr>
                <a:schemeClr val="lt1"/>
              </a:buClr>
              <a:buSzPts val="17000"/>
              <a:buFont typeface="Arial"/>
              <a:buNone/>
              <a:defRPr sz="17000"/>
            </a:lvl3pPr>
            <a:lvl4pPr indent="-228600" lvl="3" marL="1828800" algn="l">
              <a:lnSpc>
                <a:spcPct val="85000"/>
              </a:lnSpc>
              <a:spcBef>
                <a:spcPts val="0"/>
              </a:spcBef>
              <a:spcAft>
                <a:spcPts val="0"/>
              </a:spcAft>
              <a:buClr>
                <a:schemeClr val="lt1"/>
              </a:buClr>
              <a:buSzPts val="17000"/>
              <a:buFont typeface="Arial"/>
              <a:buNone/>
              <a:defRPr sz="17000"/>
            </a:lvl4pPr>
            <a:lvl5pPr indent="-228600" lvl="4" marL="2286000" algn="l">
              <a:lnSpc>
                <a:spcPct val="85000"/>
              </a:lnSpc>
              <a:spcBef>
                <a:spcPts val="0"/>
              </a:spcBef>
              <a:spcAft>
                <a:spcPts val="0"/>
              </a:spcAft>
              <a:buClr>
                <a:schemeClr val="lt1"/>
              </a:buClr>
              <a:buSzPts val="17000"/>
              <a:buFont typeface="Arial"/>
              <a:buNone/>
              <a:defRPr sz="17000"/>
            </a:lvl5pPr>
            <a:lvl6pPr indent="-228600" lvl="5" marL="2743200" algn="l">
              <a:lnSpc>
                <a:spcPct val="85000"/>
              </a:lnSpc>
              <a:spcBef>
                <a:spcPts val="0"/>
              </a:spcBef>
              <a:spcAft>
                <a:spcPts val="0"/>
              </a:spcAft>
              <a:buClr>
                <a:schemeClr val="lt1"/>
              </a:buClr>
              <a:buSzPts val="17000"/>
              <a:buFont typeface="Arial"/>
              <a:buNone/>
              <a:defRPr sz="17000"/>
            </a:lvl6pPr>
            <a:lvl7pPr indent="-228600" lvl="6" marL="3200400" algn="l">
              <a:lnSpc>
                <a:spcPct val="85000"/>
              </a:lnSpc>
              <a:spcBef>
                <a:spcPts val="0"/>
              </a:spcBef>
              <a:spcAft>
                <a:spcPts val="0"/>
              </a:spcAft>
              <a:buClr>
                <a:schemeClr val="lt1"/>
              </a:buClr>
              <a:buSzPts val="17000"/>
              <a:buFont typeface="Arial"/>
              <a:buNone/>
              <a:defRPr sz="17000"/>
            </a:lvl7pPr>
            <a:lvl8pPr indent="-228600" lvl="7" marL="3657600" algn="l">
              <a:lnSpc>
                <a:spcPct val="85000"/>
              </a:lnSpc>
              <a:spcBef>
                <a:spcPts val="0"/>
              </a:spcBef>
              <a:spcAft>
                <a:spcPts val="0"/>
              </a:spcAft>
              <a:buClr>
                <a:schemeClr val="lt1"/>
              </a:buClr>
              <a:buSzPts val="17000"/>
              <a:buFont typeface="Arial"/>
              <a:buNone/>
              <a:defRPr sz="17000"/>
            </a:lvl8pPr>
            <a:lvl9pPr indent="-228600" lvl="8" marL="4114800" algn="l">
              <a:lnSpc>
                <a:spcPct val="85000"/>
              </a:lnSpc>
              <a:spcBef>
                <a:spcPts val="0"/>
              </a:spcBef>
              <a:spcAft>
                <a:spcPts val="0"/>
              </a:spcAft>
              <a:buClr>
                <a:schemeClr val="lt1"/>
              </a:buClr>
              <a:buSzPts val="17000"/>
              <a:buFont typeface="Arial"/>
              <a:buNone/>
              <a:defRPr sz="17000"/>
            </a:lvl9pPr>
          </a:lstStyle>
          <a:p/>
        </p:txBody>
      </p:sp>
      <p:sp>
        <p:nvSpPr>
          <p:cNvPr id="275" name="Google Shape;275;p53"/>
          <p:cNvSpPr txBox="1"/>
          <p:nvPr>
            <p:ph type="title"/>
          </p:nvPr>
        </p:nvSpPr>
        <p:spPr>
          <a:xfrm>
            <a:off x="1828800" y="2329840"/>
            <a:ext cx="9994392" cy="150876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4800"/>
              <a:buFont typeface="Arial"/>
              <a:buNone/>
              <a:defRPr b="0"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6" name="Google Shape;276;p53"/>
          <p:cNvSpPr txBox="1"/>
          <p:nvPr>
            <p:ph idx="2" type="body"/>
          </p:nvPr>
        </p:nvSpPr>
        <p:spPr>
          <a:xfrm>
            <a:off x="1828799" y="4114800"/>
            <a:ext cx="9994392" cy="1968500"/>
          </a:xfrm>
          <a:prstGeom prst="rect">
            <a:avLst/>
          </a:prstGeom>
          <a:noFill/>
          <a:ln>
            <a:noFill/>
          </a:ln>
        </p:spPr>
        <p:txBody>
          <a:bodyPr anchorCtr="0" anchor="t" bIns="0" lIns="0" spcFirstLastPara="1" rIns="0" wrap="square" tIns="0">
            <a:normAutofit/>
          </a:bodyPr>
          <a:lstStyle>
            <a:lvl1pPr indent="-342900" lvl="0" marL="457200" algn="l">
              <a:lnSpc>
                <a:spcPct val="100000"/>
              </a:lnSpc>
              <a:spcBef>
                <a:spcPts val="1200"/>
              </a:spcBef>
              <a:spcAft>
                <a:spcPts val="0"/>
              </a:spcAft>
              <a:buClr>
                <a:schemeClr val="lt1"/>
              </a:buClr>
              <a:buSzPts val="1800"/>
              <a:buChar char="•"/>
              <a:defRPr/>
            </a:lvl1pPr>
            <a:lvl2pPr indent="-342900" lvl="1" marL="914400" algn="l">
              <a:lnSpc>
                <a:spcPct val="100000"/>
              </a:lnSpc>
              <a:spcBef>
                <a:spcPts val="300"/>
              </a:spcBef>
              <a:spcAft>
                <a:spcPts val="0"/>
              </a:spcAft>
              <a:buClr>
                <a:schemeClr val="lt1"/>
              </a:buClr>
              <a:buSzPts val="1800"/>
              <a:buChar char="–"/>
              <a:defRPr/>
            </a:lvl2pPr>
            <a:lvl3pPr indent="-342900" lvl="2" marL="1371600" algn="l">
              <a:lnSpc>
                <a:spcPct val="100000"/>
              </a:lnSpc>
              <a:spcBef>
                <a:spcPts val="300"/>
              </a:spcBef>
              <a:spcAft>
                <a:spcPts val="0"/>
              </a:spcAft>
              <a:buClr>
                <a:schemeClr val="lt1"/>
              </a:buClr>
              <a:buSzPts val="1800"/>
              <a:buChar char="–"/>
              <a:defRPr/>
            </a:lvl3pPr>
            <a:lvl4pPr indent="-342900" lvl="3" marL="1828800" algn="l">
              <a:lnSpc>
                <a:spcPct val="100000"/>
              </a:lnSpc>
              <a:spcBef>
                <a:spcPts val="300"/>
              </a:spcBef>
              <a:spcAft>
                <a:spcPts val="0"/>
              </a:spcAft>
              <a:buClr>
                <a:schemeClr val="lt1"/>
              </a:buClr>
              <a:buSzPts val="1800"/>
              <a:buChar char="–"/>
              <a:defRPr/>
            </a:lvl4pPr>
            <a:lvl5pPr indent="-342900" lvl="4" marL="2286000" algn="l">
              <a:lnSpc>
                <a:spcPct val="100000"/>
              </a:lnSpc>
              <a:spcBef>
                <a:spcPts val="300"/>
              </a:spcBef>
              <a:spcAft>
                <a:spcPts val="0"/>
              </a:spcAft>
              <a:buClr>
                <a:schemeClr val="lt1"/>
              </a:buClr>
              <a:buSzPts val="1800"/>
              <a:buChar char="–"/>
              <a:defRPr/>
            </a:lvl5pPr>
            <a:lvl6pPr indent="-342900" lvl="5" marL="2743200" algn="l">
              <a:lnSpc>
                <a:spcPct val="100000"/>
              </a:lnSpc>
              <a:spcBef>
                <a:spcPts val="300"/>
              </a:spcBef>
              <a:spcAft>
                <a:spcPts val="0"/>
              </a:spcAft>
              <a:buClr>
                <a:schemeClr val="lt1"/>
              </a:buClr>
              <a:buSzPts val="1800"/>
              <a:buChar char="–"/>
              <a:defRPr/>
            </a:lvl6pPr>
            <a:lvl7pPr indent="-342900" lvl="6" marL="3200400" algn="l">
              <a:lnSpc>
                <a:spcPct val="100000"/>
              </a:lnSpc>
              <a:spcBef>
                <a:spcPts val="300"/>
              </a:spcBef>
              <a:spcAft>
                <a:spcPts val="0"/>
              </a:spcAft>
              <a:buClr>
                <a:schemeClr val="lt1"/>
              </a:buClr>
              <a:buSzPts val="1800"/>
              <a:buChar char="–"/>
              <a:defRPr/>
            </a:lvl7pPr>
            <a:lvl8pPr indent="-342900" lvl="7" marL="3657600" algn="l">
              <a:lnSpc>
                <a:spcPct val="100000"/>
              </a:lnSpc>
              <a:spcBef>
                <a:spcPts val="300"/>
              </a:spcBef>
              <a:spcAft>
                <a:spcPts val="0"/>
              </a:spcAft>
              <a:buClr>
                <a:schemeClr val="lt1"/>
              </a:buClr>
              <a:buSzPts val="1800"/>
              <a:buChar char="–"/>
              <a:defRPr/>
            </a:lvl8pPr>
            <a:lvl9pPr indent="-342900" lvl="8" marL="4114800" algn="l">
              <a:lnSpc>
                <a:spcPct val="100000"/>
              </a:lnSpc>
              <a:spcBef>
                <a:spcPts val="300"/>
              </a:spcBef>
              <a:spcAft>
                <a:spcPts val="0"/>
              </a:spcAft>
              <a:buClr>
                <a:schemeClr val="lt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150">
          <p15:clr>
            <a:srgbClr val="FBAE40"/>
          </p15:clr>
        </p15:guide>
        <p15:guide id="2" orient="horz" pos="3832">
          <p15:clr>
            <a:srgbClr val="FBAE40"/>
          </p15:clr>
        </p15:guide>
        <p15:guide id="3" orient="horz" pos="4148">
          <p15:clr>
            <a:srgbClr val="FBAE40"/>
          </p15:clr>
        </p15:guide>
        <p15:guide id="4" pos="1038">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ck background">
  <p:cSld name="1_Black background">
    <p:bg>
      <p:bgPr>
        <a:solidFill>
          <a:srgbClr val="231F20"/>
        </a:solidFill>
      </p:bgPr>
    </p:bg>
    <p:spTree>
      <p:nvGrpSpPr>
        <p:cNvPr id="277" name="Shape 277"/>
        <p:cNvGrpSpPr/>
        <p:nvPr/>
      </p:nvGrpSpPr>
      <p:grpSpPr>
        <a:xfrm>
          <a:off x="0" y="0"/>
          <a:ext cx="0" cy="0"/>
          <a:chOff x="0" y="0"/>
          <a:chExt cx="0" cy="0"/>
        </a:xfrm>
      </p:grpSpPr>
      <p:sp>
        <p:nvSpPr>
          <p:cNvPr id="278" name="Google Shape;278;p54"/>
          <p:cNvSpPr txBox="1"/>
          <p:nvPr>
            <p:ph type="title"/>
          </p:nvPr>
        </p:nvSpPr>
        <p:spPr>
          <a:xfrm>
            <a:off x="365760" y="365760"/>
            <a:ext cx="11457432"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494">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79" name="Shape 279"/>
        <p:cNvGrpSpPr/>
        <p:nvPr/>
      </p:nvGrpSpPr>
      <p:grpSpPr>
        <a:xfrm>
          <a:off x="0" y="0"/>
          <a:ext cx="0" cy="0"/>
          <a:chOff x="0" y="0"/>
          <a:chExt cx="0" cy="0"/>
        </a:xfrm>
      </p:grpSpPr>
      <p:sp>
        <p:nvSpPr>
          <p:cNvPr id="280" name="Google Shape;280;p55"/>
          <p:cNvSpPr txBox="1"/>
          <p:nvPr>
            <p:ph type="title"/>
          </p:nvPr>
        </p:nvSpPr>
        <p:spPr>
          <a:xfrm>
            <a:off x="365760" y="365760"/>
            <a:ext cx="11457432" cy="914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81" name="Shape 281"/>
        <p:cNvGrpSpPr/>
        <p:nvPr/>
      </p:nvGrpSpPr>
      <p:grpSpPr>
        <a:xfrm>
          <a:off x="0" y="0"/>
          <a:ext cx="0" cy="0"/>
          <a:chOff x="0" y="0"/>
          <a:chExt cx="0" cy="0"/>
        </a:xfrm>
      </p:grpSpPr>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3832">
          <p15:clr>
            <a:srgbClr val="FBAE40"/>
          </p15:clr>
        </p15:guide>
        <p15:guide id="2" orient="horz" pos="4148">
          <p15:clr>
            <a:srgbClr val="FBAE40"/>
          </p15:clr>
        </p15:guide>
        <p15:guide id="3" orient="horz" pos="1152">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oundless impact slide">
  <p:cSld name="1_Boundless impact slide">
    <p:spTree>
      <p:nvGrpSpPr>
        <p:cNvPr id="282" name="Shape 282"/>
        <p:cNvGrpSpPr/>
        <p:nvPr/>
      </p:nvGrpSpPr>
      <p:grpSpPr>
        <a:xfrm>
          <a:off x="0" y="0"/>
          <a:ext cx="0" cy="0"/>
          <a:chOff x="0" y="0"/>
          <a:chExt cx="0" cy="0"/>
        </a:xfrm>
      </p:grpSpPr>
      <p:sp>
        <p:nvSpPr>
          <p:cNvPr id="283" name="Google Shape;283;p57"/>
          <p:cNvSpPr/>
          <p:nvPr/>
        </p:nvSpPr>
        <p:spPr>
          <a:xfrm>
            <a:off x="1027288" y="1715911"/>
            <a:ext cx="5937955" cy="3883378"/>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800">
              <a:solidFill>
                <a:schemeClr val="lt1"/>
              </a:solidFill>
              <a:latin typeface="Arial"/>
              <a:ea typeface="Arial"/>
              <a:cs typeface="Arial"/>
              <a:sym typeface="Arial"/>
            </a:endParaRPr>
          </a:p>
        </p:txBody>
      </p:sp>
      <p:sp>
        <p:nvSpPr>
          <p:cNvPr id="284" name="Google Shape;284;p57"/>
          <p:cNvSpPr txBox="1"/>
          <p:nvPr/>
        </p:nvSpPr>
        <p:spPr>
          <a:xfrm>
            <a:off x="1371995" y="3826932"/>
            <a:ext cx="5446494" cy="150142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4000"/>
              <a:buFont typeface="Arial"/>
              <a:buNone/>
            </a:pPr>
            <a:r>
              <a:rPr b="1" i="0" lang="en-US" sz="4000" u="none" cap="none" strike="noStrike">
                <a:solidFill>
                  <a:srgbClr val="FFFFFF"/>
                </a:solidFill>
                <a:latin typeface="Arial"/>
                <a:ea typeface="Arial"/>
                <a:cs typeface="Arial"/>
                <a:sym typeface="Arial"/>
              </a:rPr>
              <a:t>Together, we build for boundless impact</a:t>
            </a:r>
            <a:endParaRPr sz="18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oundless impact slide">
  <p:cSld name="2_Boundless impact slide">
    <p:bg>
      <p:bgPr>
        <a:solidFill>
          <a:srgbClr val="231F20"/>
        </a:solidFill>
      </p:bgPr>
    </p:bg>
    <p:spTree>
      <p:nvGrpSpPr>
        <p:cNvPr id="285" name="Shape 285"/>
        <p:cNvGrpSpPr/>
        <p:nvPr/>
      </p:nvGrpSpPr>
      <p:grpSpPr>
        <a:xfrm>
          <a:off x="0" y="0"/>
          <a:ext cx="0" cy="0"/>
          <a:chOff x="0" y="0"/>
          <a:chExt cx="0" cy="0"/>
        </a:xfrm>
      </p:grpSpPr>
      <p:sp>
        <p:nvSpPr>
          <p:cNvPr id="286" name="Google Shape;286;p21"/>
          <p:cNvSpPr txBox="1"/>
          <p:nvPr/>
        </p:nvSpPr>
        <p:spPr>
          <a:xfrm>
            <a:off x="367284" y="2937933"/>
            <a:ext cx="11457432" cy="98213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4000"/>
              <a:buFont typeface="Arial"/>
              <a:buNone/>
            </a:pPr>
            <a:r>
              <a:rPr b="1" i="0" lang="en-US" sz="4000" u="none" cap="none" strike="noStrike">
                <a:solidFill>
                  <a:srgbClr val="FFFFFF"/>
                </a:solidFill>
                <a:latin typeface="Arial"/>
                <a:ea typeface="Arial"/>
                <a:cs typeface="Arial"/>
                <a:sym typeface="Arial"/>
              </a:rPr>
              <a:t>Together, we build for boundless impact</a:t>
            </a:r>
            <a:endParaRPr sz="1800">
              <a:solidFill>
                <a:schemeClr val="lt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494">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pendix slide">
  <p:cSld name="Appendix slide">
    <p:bg>
      <p:bgPr>
        <a:solidFill>
          <a:srgbClr val="006E74"/>
        </a:solidFill>
      </p:bgPr>
    </p:bg>
    <p:spTree>
      <p:nvGrpSpPr>
        <p:cNvPr id="287" name="Shape 287"/>
        <p:cNvGrpSpPr/>
        <p:nvPr/>
      </p:nvGrpSpPr>
      <p:grpSpPr>
        <a:xfrm>
          <a:off x="0" y="0"/>
          <a:ext cx="0" cy="0"/>
          <a:chOff x="0" y="0"/>
          <a:chExt cx="0" cy="0"/>
        </a:xfrm>
      </p:grpSpPr>
      <p:sp>
        <p:nvSpPr>
          <p:cNvPr id="288" name="Google Shape;288;p58"/>
          <p:cNvSpPr txBox="1"/>
          <p:nvPr>
            <p:ph idx="1" type="body"/>
          </p:nvPr>
        </p:nvSpPr>
        <p:spPr>
          <a:xfrm>
            <a:off x="365760" y="4114800"/>
            <a:ext cx="8505190" cy="1968500"/>
          </a:xfrm>
          <a:prstGeom prst="rect">
            <a:avLst/>
          </a:prstGeom>
          <a:noFill/>
          <a:ln>
            <a:noFill/>
          </a:ln>
        </p:spPr>
        <p:txBody>
          <a:bodyPr anchorCtr="0" anchor="t" bIns="0" lIns="0" spcFirstLastPara="1" rIns="0" wrap="square" tIns="0">
            <a:normAutofit/>
          </a:bodyPr>
          <a:lstStyle>
            <a:lvl1pPr indent="-342900" lvl="0" marL="457200" algn="l">
              <a:lnSpc>
                <a:spcPct val="100000"/>
              </a:lnSpc>
              <a:spcBef>
                <a:spcPts val="1200"/>
              </a:spcBef>
              <a:spcAft>
                <a:spcPts val="0"/>
              </a:spcAft>
              <a:buClr>
                <a:schemeClr val="lt1"/>
              </a:buClr>
              <a:buSzPts val="1800"/>
              <a:buChar char="•"/>
              <a:defRPr/>
            </a:lvl1pPr>
            <a:lvl2pPr indent="-342900" lvl="1" marL="914400" algn="l">
              <a:lnSpc>
                <a:spcPct val="100000"/>
              </a:lnSpc>
              <a:spcBef>
                <a:spcPts val="300"/>
              </a:spcBef>
              <a:spcAft>
                <a:spcPts val="0"/>
              </a:spcAft>
              <a:buClr>
                <a:schemeClr val="lt1"/>
              </a:buClr>
              <a:buSzPts val="1800"/>
              <a:buChar char="–"/>
              <a:defRPr/>
            </a:lvl2pPr>
            <a:lvl3pPr indent="-342900" lvl="2" marL="1371600" algn="l">
              <a:lnSpc>
                <a:spcPct val="100000"/>
              </a:lnSpc>
              <a:spcBef>
                <a:spcPts val="300"/>
              </a:spcBef>
              <a:spcAft>
                <a:spcPts val="0"/>
              </a:spcAft>
              <a:buClr>
                <a:schemeClr val="lt1"/>
              </a:buClr>
              <a:buSzPts val="1800"/>
              <a:buChar char="–"/>
              <a:defRPr/>
            </a:lvl3pPr>
            <a:lvl4pPr indent="-342900" lvl="3" marL="1828800" algn="l">
              <a:lnSpc>
                <a:spcPct val="100000"/>
              </a:lnSpc>
              <a:spcBef>
                <a:spcPts val="300"/>
              </a:spcBef>
              <a:spcAft>
                <a:spcPts val="0"/>
              </a:spcAft>
              <a:buClr>
                <a:schemeClr val="lt1"/>
              </a:buClr>
              <a:buSzPts val="1800"/>
              <a:buChar char="–"/>
              <a:defRPr/>
            </a:lvl4pPr>
            <a:lvl5pPr indent="-342900" lvl="4" marL="2286000" algn="l">
              <a:lnSpc>
                <a:spcPct val="100000"/>
              </a:lnSpc>
              <a:spcBef>
                <a:spcPts val="300"/>
              </a:spcBef>
              <a:spcAft>
                <a:spcPts val="0"/>
              </a:spcAft>
              <a:buClr>
                <a:schemeClr val="lt1"/>
              </a:buClr>
              <a:buSzPts val="1800"/>
              <a:buChar char="–"/>
              <a:defRPr/>
            </a:lvl5pPr>
            <a:lvl6pPr indent="-342900" lvl="5" marL="2743200" algn="l">
              <a:lnSpc>
                <a:spcPct val="100000"/>
              </a:lnSpc>
              <a:spcBef>
                <a:spcPts val="300"/>
              </a:spcBef>
              <a:spcAft>
                <a:spcPts val="0"/>
              </a:spcAft>
              <a:buClr>
                <a:schemeClr val="lt1"/>
              </a:buClr>
              <a:buSzPts val="1800"/>
              <a:buChar char="–"/>
              <a:defRPr/>
            </a:lvl6pPr>
            <a:lvl7pPr indent="-342900" lvl="6" marL="3200400" algn="l">
              <a:lnSpc>
                <a:spcPct val="100000"/>
              </a:lnSpc>
              <a:spcBef>
                <a:spcPts val="300"/>
              </a:spcBef>
              <a:spcAft>
                <a:spcPts val="0"/>
              </a:spcAft>
              <a:buClr>
                <a:schemeClr val="lt1"/>
              </a:buClr>
              <a:buSzPts val="1800"/>
              <a:buChar char="–"/>
              <a:defRPr/>
            </a:lvl7pPr>
            <a:lvl8pPr indent="-342900" lvl="7" marL="3657600" algn="l">
              <a:lnSpc>
                <a:spcPct val="100000"/>
              </a:lnSpc>
              <a:spcBef>
                <a:spcPts val="300"/>
              </a:spcBef>
              <a:spcAft>
                <a:spcPts val="0"/>
              </a:spcAft>
              <a:buClr>
                <a:schemeClr val="lt1"/>
              </a:buClr>
              <a:buSzPts val="1800"/>
              <a:buChar char="–"/>
              <a:defRPr/>
            </a:lvl8pPr>
            <a:lvl9pPr indent="-342900" lvl="8" marL="4114800" algn="l">
              <a:lnSpc>
                <a:spcPct val="100000"/>
              </a:lnSpc>
              <a:spcBef>
                <a:spcPts val="300"/>
              </a:spcBef>
              <a:spcAft>
                <a:spcPts val="0"/>
              </a:spcAft>
              <a:buClr>
                <a:schemeClr val="lt1"/>
              </a:buClr>
              <a:buSzPts val="1800"/>
              <a:buChar char="–"/>
              <a:defRPr/>
            </a:lvl9pPr>
          </a:lstStyle>
          <a:p/>
        </p:txBody>
      </p:sp>
      <p:sp>
        <p:nvSpPr>
          <p:cNvPr id="289" name="Google Shape;289;p58"/>
          <p:cNvSpPr txBox="1"/>
          <p:nvPr/>
        </p:nvSpPr>
        <p:spPr>
          <a:xfrm>
            <a:off x="365760" y="1737360"/>
            <a:ext cx="6702305" cy="210312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FFFFFF"/>
              </a:buClr>
              <a:buSzPts val="4800"/>
              <a:buFont typeface="Arial"/>
              <a:buNone/>
            </a:pPr>
            <a:r>
              <a:rPr b="0" i="0" lang="en-US" sz="4800" u="none" cap="none" strike="noStrike">
                <a:solidFill>
                  <a:srgbClr val="FFFFFF"/>
                </a:solidFill>
                <a:latin typeface="Arial"/>
                <a:ea typeface="Arial"/>
                <a:cs typeface="Arial"/>
                <a:sym typeface="Arial"/>
              </a:rPr>
              <a:t>Appendix</a:t>
            </a:r>
            <a:endParaRPr b="0" sz="4800">
              <a:solidFill>
                <a:schemeClr val="lt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5588">
          <p15:clr>
            <a:srgbClr val="FBAE40"/>
          </p15:clr>
        </p15:guide>
        <p15:guide id="2" orient="horz" pos="3832">
          <p15:clr>
            <a:srgbClr val="FBAE40"/>
          </p15:clr>
        </p15:guide>
        <p15:guide id="3" orient="horz" pos="4148">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oundless impact slide">
  <p:cSld name="2_Boundless impact slide">
    <p:bg>
      <p:bgPr>
        <a:solidFill>
          <a:srgbClr val="231F20"/>
        </a:solidFill>
      </p:bgPr>
    </p:bg>
    <p:spTree>
      <p:nvGrpSpPr>
        <p:cNvPr id="296" name="Shape 296"/>
        <p:cNvGrpSpPr/>
        <p:nvPr/>
      </p:nvGrpSpPr>
      <p:grpSpPr>
        <a:xfrm>
          <a:off x="0" y="0"/>
          <a:ext cx="0" cy="0"/>
          <a:chOff x="0" y="0"/>
          <a:chExt cx="0" cy="0"/>
        </a:xfrm>
      </p:grpSpPr>
      <p:sp>
        <p:nvSpPr>
          <p:cNvPr id="297" name="Google Shape;297;p22"/>
          <p:cNvSpPr txBox="1"/>
          <p:nvPr/>
        </p:nvSpPr>
        <p:spPr>
          <a:xfrm>
            <a:off x="367284" y="2937933"/>
            <a:ext cx="11457432" cy="98213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4000"/>
              <a:buFont typeface="Arial"/>
              <a:buNone/>
            </a:pPr>
            <a:r>
              <a:rPr b="1" i="0" lang="en-US" sz="4000" u="none" cap="none" strike="noStrike">
                <a:solidFill>
                  <a:srgbClr val="FFFFFF"/>
                </a:solidFill>
                <a:latin typeface="Arial"/>
                <a:ea typeface="Arial"/>
                <a:cs typeface="Arial"/>
                <a:sym typeface="Arial"/>
              </a:rPr>
              <a:t>Together, we build for boundless impact</a:t>
            </a:r>
            <a:endParaRPr sz="1800">
              <a:solidFill>
                <a:schemeClr val="lt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os="1494">
          <p15:clr>
            <a:srgbClr val="FBAE40"/>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45" Type="http://schemas.openxmlformats.org/officeDocument/2006/relationships/theme" Target="../theme/theme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2"/>
          <p:cNvSpPr txBox="1"/>
          <p:nvPr>
            <p:ph type="title"/>
          </p:nvPr>
        </p:nvSpPr>
        <p:spPr>
          <a:xfrm>
            <a:off x="365760" y="365760"/>
            <a:ext cx="11457432" cy="914400"/>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2"/>
          <p:cNvSpPr txBox="1"/>
          <p:nvPr>
            <p:ph idx="1" type="body"/>
          </p:nvPr>
        </p:nvSpPr>
        <p:spPr>
          <a:xfrm>
            <a:off x="365760" y="1828800"/>
            <a:ext cx="11457432" cy="4251960"/>
          </a:xfrm>
          <a:prstGeom prst="rect">
            <a:avLst/>
          </a:prstGeom>
          <a:noFill/>
          <a:ln>
            <a:noFill/>
          </a:ln>
        </p:spPr>
        <p:txBody>
          <a:bodyPr anchorCtr="0" anchor="t" bIns="0" lIns="0" spcFirstLastPara="1" rIns="0" wrap="square" tIns="0">
            <a:normAutofit/>
          </a:bodyPr>
          <a:lstStyle>
            <a:lvl1pPr indent="-342900" lvl="0" marL="457200" marR="0" rtl="0" algn="l">
              <a:lnSpc>
                <a:spcPct val="10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1pPr>
            <a:lvl2pPr indent="-342900" lvl="1" marL="914400" marR="0" rtl="0" algn="l">
              <a:lnSpc>
                <a:spcPct val="100000"/>
              </a:lnSpc>
              <a:spcBef>
                <a:spcPts val="3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42900" lvl="2" marL="1371600" marR="0" rtl="0" algn="l">
              <a:lnSpc>
                <a:spcPct val="100000"/>
              </a:lnSpc>
              <a:spcBef>
                <a:spcPts val="3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42900" lvl="3" marL="1828800" marR="0" rtl="0" algn="l">
              <a:lnSpc>
                <a:spcPct val="100000"/>
              </a:lnSpc>
              <a:spcBef>
                <a:spcPts val="3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00000"/>
              </a:lnSpc>
              <a:spcBef>
                <a:spcPts val="3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00000"/>
              </a:lnSpc>
              <a:spcBef>
                <a:spcPts val="3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00000"/>
              </a:lnSpc>
              <a:spcBef>
                <a:spcPts val="3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00000"/>
              </a:lnSpc>
              <a:spcBef>
                <a:spcPts val="3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00000"/>
              </a:lnSpc>
              <a:spcBef>
                <a:spcPts val="3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descr="UST" id="12" name="Google Shape;12;p12"/>
          <p:cNvSpPr/>
          <p:nvPr/>
        </p:nvSpPr>
        <p:spPr>
          <a:xfrm>
            <a:off x="365760" y="6238277"/>
            <a:ext cx="320040" cy="354090"/>
          </a:xfrm>
          <a:custGeom>
            <a:rect b="b" l="l" r="r" t="t"/>
            <a:pathLst>
              <a:path extrusionOk="0" h="4419" w="400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 name="Google Shape;13;p12"/>
          <p:cNvSpPr txBox="1"/>
          <p:nvPr/>
        </p:nvSpPr>
        <p:spPr>
          <a:xfrm>
            <a:off x="8223294" y="6402070"/>
            <a:ext cx="3142698" cy="1828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800"/>
              <a:buFont typeface="Arial"/>
              <a:buNone/>
            </a:pPr>
            <a:r>
              <a:rPr b="0" lang="en-US" sz="800">
                <a:solidFill>
                  <a:schemeClr val="dk1"/>
                </a:solidFill>
                <a:latin typeface="Arial"/>
                <a:ea typeface="Arial"/>
                <a:cs typeface="Arial"/>
                <a:sym typeface="Arial"/>
              </a:rPr>
              <a:t>Confidential and Proprietary. © 2022 UST Global Inc</a:t>
            </a:r>
            <a:endParaRPr/>
          </a:p>
        </p:txBody>
      </p:sp>
      <p:sp>
        <p:nvSpPr>
          <p:cNvPr id="14" name="Google Shape;14;p12"/>
          <p:cNvSpPr txBox="1"/>
          <p:nvPr/>
        </p:nvSpPr>
        <p:spPr>
          <a:xfrm>
            <a:off x="11365992" y="6317730"/>
            <a:ext cx="457200" cy="274637"/>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b="0" lang="en-US" sz="800" u="none">
                <a:solidFill>
                  <a:schemeClr val="dk1"/>
                </a:solidFill>
                <a:latin typeface="Arial"/>
                <a:ea typeface="Arial"/>
                <a:cs typeface="Arial"/>
                <a:sym typeface="Arial"/>
              </a:rPr>
              <a:t> </a:t>
            </a:r>
            <a:fld id="{00000000-1234-1234-1234-123412341234}" type="slidenum">
              <a:rPr b="0" lang="en-US" sz="800" u="none">
                <a:solidFill>
                  <a:schemeClr val="dk1"/>
                </a:solidFill>
                <a:latin typeface="Arial"/>
                <a:ea typeface="Arial"/>
                <a:cs typeface="Arial"/>
                <a:sym typeface="Arial"/>
              </a:rPr>
              <a:t>‹#›</a:t>
            </a:fld>
            <a:endParaRPr b="0" sz="800" u="non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30">
          <p15:clr>
            <a:srgbClr val="F26B43"/>
          </p15:clr>
        </p15:guide>
        <p15:guide id="2" pos="230">
          <p15:clr>
            <a:srgbClr val="F26B43"/>
          </p15:clr>
        </p15:guide>
        <p15:guide id="3" pos="744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90" name="Shape 290"/>
        <p:cNvGrpSpPr/>
        <p:nvPr/>
      </p:nvGrpSpPr>
      <p:grpSpPr>
        <a:xfrm>
          <a:off x="0" y="0"/>
          <a:ext cx="0" cy="0"/>
          <a:chOff x="0" y="0"/>
          <a:chExt cx="0" cy="0"/>
        </a:xfrm>
      </p:grpSpPr>
      <p:sp>
        <p:nvSpPr>
          <p:cNvPr id="291" name="Google Shape;291;p20"/>
          <p:cNvSpPr txBox="1"/>
          <p:nvPr>
            <p:ph type="title"/>
          </p:nvPr>
        </p:nvSpPr>
        <p:spPr>
          <a:xfrm>
            <a:off x="365760" y="365760"/>
            <a:ext cx="11457432" cy="914400"/>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lt1"/>
              </a:buClr>
              <a:buSzPts val="3200"/>
              <a:buFont typeface="Arial"/>
              <a:buNone/>
              <a:defRPr b="1" i="0" sz="32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92" name="Google Shape;292;p20"/>
          <p:cNvSpPr txBox="1"/>
          <p:nvPr>
            <p:ph idx="1" type="body"/>
          </p:nvPr>
        </p:nvSpPr>
        <p:spPr>
          <a:xfrm>
            <a:off x="365760" y="1828800"/>
            <a:ext cx="11457432" cy="4251960"/>
          </a:xfrm>
          <a:prstGeom prst="rect">
            <a:avLst/>
          </a:prstGeom>
          <a:noFill/>
          <a:ln>
            <a:noFill/>
          </a:ln>
        </p:spPr>
        <p:txBody>
          <a:bodyPr anchorCtr="0" anchor="t" bIns="0" lIns="0" spcFirstLastPara="1" rIns="0" wrap="square" tIns="0">
            <a:normAutofit/>
          </a:bodyPr>
          <a:lstStyle>
            <a:lvl1pPr indent="-342900" lvl="0" marL="457200" marR="0" rtl="0" algn="l">
              <a:lnSpc>
                <a:spcPct val="100000"/>
              </a:lnSpc>
              <a:spcBef>
                <a:spcPts val="12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1pPr>
            <a:lvl2pPr indent="-342900" lvl="1" marL="914400" marR="0" rtl="0" algn="l">
              <a:lnSpc>
                <a:spcPct val="100000"/>
              </a:lnSpc>
              <a:spcBef>
                <a:spcPts val="3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2pPr>
            <a:lvl3pPr indent="-342900" lvl="2" marL="1371600" marR="0" rtl="0" algn="l">
              <a:lnSpc>
                <a:spcPct val="100000"/>
              </a:lnSpc>
              <a:spcBef>
                <a:spcPts val="3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3pPr>
            <a:lvl4pPr indent="-342900" lvl="3" marL="1828800" marR="0" rtl="0" algn="l">
              <a:lnSpc>
                <a:spcPct val="100000"/>
              </a:lnSpc>
              <a:spcBef>
                <a:spcPts val="3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4pPr>
            <a:lvl5pPr indent="-342900" lvl="4" marL="2286000" marR="0" rtl="0" algn="l">
              <a:lnSpc>
                <a:spcPct val="100000"/>
              </a:lnSpc>
              <a:spcBef>
                <a:spcPts val="3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5pPr>
            <a:lvl6pPr indent="-342900" lvl="5" marL="2743200" marR="0" rtl="0" algn="l">
              <a:lnSpc>
                <a:spcPct val="100000"/>
              </a:lnSpc>
              <a:spcBef>
                <a:spcPts val="3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6pPr>
            <a:lvl7pPr indent="-342900" lvl="6" marL="3200400" marR="0" rtl="0" algn="l">
              <a:lnSpc>
                <a:spcPct val="100000"/>
              </a:lnSpc>
              <a:spcBef>
                <a:spcPts val="3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7pPr>
            <a:lvl8pPr indent="-342900" lvl="7" marL="3657600" marR="0" rtl="0" algn="l">
              <a:lnSpc>
                <a:spcPct val="100000"/>
              </a:lnSpc>
              <a:spcBef>
                <a:spcPts val="3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8pPr>
            <a:lvl9pPr indent="-342900" lvl="8" marL="4114800" marR="0" rtl="0" algn="l">
              <a:lnSpc>
                <a:spcPct val="100000"/>
              </a:lnSpc>
              <a:spcBef>
                <a:spcPts val="3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9pPr>
          </a:lstStyle>
          <a:p/>
        </p:txBody>
      </p:sp>
      <p:sp>
        <p:nvSpPr>
          <p:cNvPr descr="UST" id="293" name="Google Shape;293;p20"/>
          <p:cNvSpPr/>
          <p:nvPr/>
        </p:nvSpPr>
        <p:spPr>
          <a:xfrm>
            <a:off x="365760" y="6238277"/>
            <a:ext cx="320040" cy="354090"/>
          </a:xfrm>
          <a:custGeom>
            <a:rect b="b" l="l" r="r" t="t"/>
            <a:pathLst>
              <a:path extrusionOk="0" h="4419" w="4000">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94" name="Google Shape;294;p20"/>
          <p:cNvSpPr txBox="1"/>
          <p:nvPr/>
        </p:nvSpPr>
        <p:spPr>
          <a:xfrm>
            <a:off x="8223294" y="6402070"/>
            <a:ext cx="3142698" cy="1828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lt1"/>
              </a:buClr>
              <a:buSzPts val="800"/>
              <a:buFont typeface="Arial"/>
              <a:buNone/>
            </a:pPr>
            <a:r>
              <a:rPr b="0" lang="en-US" sz="800">
                <a:solidFill>
                  <a:schemeClr val="lt1"/>
                </a:solidFill>
                <a:latin typeface="Arial"/>
                <a:ea typeface="Arial"/>
                <a:cs typeface="Arial"/>
                <a:sym typeface="Arial"/>
              </a:rPr>
              <a:t>Confidential and Proprietary. © 2022 UST Global Inc</a:t>
            </a:r>
            <a:endParaRPr/>
          </a:p>
        </p:txBody>
      </p:sp>
      <p:sp>
        <p:nvSpPr>
          <p:cNvPr id="295" name="Google Shape;295;p20"/>
          <p:cNvSpPr txBox="1"/>
          <p:nvPr/>
        </p:nvSpPr>
        <p:spPr>
          <a:xfrm>
            <a:off x="11365992" y="6317730"/>
            <a:ext cx="457200" cy="274637"/>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b="0" lang="en-US" sz="800" u="none">
                <a:solidFill>
                  <a:schemeClr val="lt1"/>
                </a:solidFill>
                <a:latin typeface="Arial"/>
                <a:ea typeface="Arial"/>
                <a:cs typeface="Arial"/>
                <a:sym typeface="Arial"/>
              </a:rPr>
              <a:t> </a:t>
            </a:r>
            <a:fld id="{00000000-1234-1234-1234-123412341234}" type="slidenum">
              <a:rPr b="0" lang="en-US" sz="800" u="none">
                <a:solidFill>
                  <a:schemeClr val="lt1"/>
                </a:solidFill>
                <a:latin typeface="Arial"/>
                <a:ea typeface="Arial"/>
                <a:cs typeface="Arial"/>
                <a:sym typeface="Arial"/>
              </a:rPr>
              <a:t>‹#›</a:t>
            </a:fld>
            <a:endParaRPr b="0" sz="800" u="non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94" r:id="rId1"/>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30">
          <p15:clr>
            <a:srgbClr val="F26B43"/>
          </p15:clr>
        </p15:guide>
        <p15:guide id="2" pos="230">
          <p15:clr>
            <a:srgbClr val="F26B43"/>
          </p15:clr>
        </p15:guide>
        <p15:guide id="3" pos="744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hyperlink" Target="http://drive.google.com/file/d/1UMYfa2Be3JUhaDb8dSjihs8SDYTR1dQA/view" TargetMode="Externa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pic>
        <p:nvPicPr>
          <p:cNvPr id="302" name="Google Shape;302;p1"/>
          <p:cNvPicPr preferRelativeResize="0"/>
          <p:nvPr/>
        </p:nvPicPr>
        <p:blipFill rotWithShape="1">
          <a:blip r:embed="rId3">
            <a:alphaModFix/>
          </a:blip>
          <a:srcRect b="0" l="0" r="0" t="0"/>
          <a:stretch/>
        </p:blipFill>
        <p:spPr>
          <a:xfrm>
            <a:off x="368804" y="5361656"/>
            <a:ext cx="1095906" cy="1112400"/>
          </a:xfrm>
          <a:prstGeom prst="rect">
            <a:avLst/>
          </a:prstGeom>
          <a:noFill/>
          <a:ln>
            <a:noFill/>
          </a:ln>
        </p:spPr>
      </p:pic>
      <p:pic>
        <p:nvPicPr>
          <p:cNvPr descr="A picture containing text, posing, display, computer&#10;&#10;Description automatically generated" id="303" name="Google Shape;303;p1"/>
          <p:cNvPicPr preferRelativeResize="0"/>
          <p:nvPr/>
        </p:nvPicPr>
        <p:blipFill rotWithShape="1">
          <a:blip r:embed="rId4">
            <a:alphaModFix/>
          </a:blip>
          <a:srcRect b="0" l="0" r="0" t="0"/>
          <a:stretch/>
        </p:blipFill>
        <p:spPr>
          <a:xfrm>
            <a:off x="0" y="0"/>
            <a:ext cx="12192000" cy="5157216"/>
          </a:xfrm>
          <a:prstGeom prst="rect">
            <a:avLst/>
          </a:prstGeom>
          <a:noFill/>
          <a:ln>
            <a:noFill/>
          </a:ln>
        </p:spPr>
      </p:pic>
      <p:sp>
        <p:nvSpPr>
          <p:cNvPr id="304" name="Google Shape;304;p1"/>
          <p:cNvSpPr/>
          <p:nvPr/>
        </p:nvSpPr>
        <p:spPr>
          <a:xfrm>
            <a:off x="2355642" y="2942290"/>
            <a:ext cx="4780200" cy="2419200"/>
          </a:xfrm>
          <a:prstGeom prst="rect">
            <a:avLst/>
          </a:prstGeom>
          <a:solidFill>
            <a:srgbClr val="231F20"/>
          </a:solidFill>
          <a:ln>
            <a:noFill/>
          </a:ln>
        </p:spPr>
        <p:txBody>
          <a:bodyPr anchorCtr="0" anchor="t" bIns="360000" lIns="360000" spcFirstLastPara="1" rIns="360000" wrap="square" tIns="360000">
            <a:noAutofit/>
          </a:bodyPr>
          <a:lstStyle/>
          <a:p>
            <a:pPr indent="0" lvl="0" marL="0" marR="0" rtl="0" algn="l">
              <a:lnSpc>
                <a:spcPct val="90000"/>
              </a:lnSpc>
              <a:spcBef>
                <a:spcPts val="0"/>
              </a:spcBef>
              <a:spcAft>
                <a:spcPts val="0"/>
              </a:spcAft>
              <a:buNone/>
            </a:pPr>
            <a:r>
              <a:rPr lang="en-US" sz="3200">
                <a:solidFill>
                  <a:schemeClr val="lt1"/>
                </a:solidFill>
                <a:latin typeface="Arial"/>
                <a:ea typeface="Arial"/>
                <a:cs typeface="Arial"/>
                <a:sym typeface="Arial"/>
              </a:rPr>
              <a:t>Apex Solutions, Transforming patient care</a:t>
            </a:r>
            <a:endParaRPr/>
          </a:p>
        </p:txBody>
      </p:sp>
      <p:sp>
        <p:nvSpPr>
          <p:cNvPr id="305" name="Google Shape;305;p1"/>
          <p:cNvSpPr txBox="1"/>
          <p:nvPr/>
        </p:nvSpPr>
        <p:spPr>
          <a:xfrm>
            <a:off x="7062325" y="5568950"/>
            <a:ext cx="4753437" cy="914400"/>
          </a:xfrm>
          <a:prstGeom prst="rect">
            <a:avLst/>
          </a:prstGeom>
          <a:noFill/>
          <a:ln>
            <a:noFill/>
          </a:ln>
        </p:spPr>
        <p:txBody>
          <a:bodyPr anchorCtr="0" anchor="b" bIns="0" lIns="0" spcFirstLastPara="1" rIns="0" wrap="square" tIns="0">
            <a:noAutofit/>
          </a:bodyPr>
          <a:lstStyle/>
          <a:p>
            <a:pPr indent="0" lvl="0" marL="0" marR="0" rtl="0" algn="l">
              <a:lnSpc>
                <a:spcPct val="110000"/>
              </a:lnSpc>
              <a:spcBef>
                <a:spcPts val="0"/>
              </a:spcBef>
              <a:spcAft>
                <a:spcPts val="0"/>
              </a:spcAft>
              <a:buClr>
                <a:schemeClr val="dk1"/>
              </a:buClr>
              <a:buSzPts val="1600"/>
              <a:buFont typeface="Arial"/>
              <a:buNone/>
            </a:pPr>
            <a:r>
              <a:rPr b="1" lang="en-US" sz="1600">
                <a:solidFill>
                  <a:schemeClr val="dk1"/>
                </a:solidFill>
                <a:latin typeface="Arial"/>
                <a:ea typeface="Arial"/>
                <a:cs typeface="Arial"/>
                <a:sym typeface="Arial"/>
              </a:rPr>
              <a:t>September 27, 2025</a:t>
            </a:r>
            <a:endParaRPr/>
          </a:p>
          <a:p>
            <a:pPr indent="0" lvl="1" marL="0" marR="0" rtl="0" algn="l">
              <a:lnSpc>
                <a:spcPct val="11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Noah Mathew, Heinric Alfred Vijay, Nethan Binu</a:t>
            </a:r>
            <a:endParaRPr/>
          </a:p>
          <a:p>
            <a:pPr indent="0" lvl="1" marL="0" marR="0" rtl="0" algn="l">
              <a:lnSpc>
                <a:spcPct val="11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
          <p:cNvSpPr txBox="1"/>
          <p:nvPr>
            <p:ph type="title"/>
          </p:nvPr>
        </p:nvSpPr>
        <p:spPr>
          <a:xfrm>
            <a:off x="365760" y="365760"/>
            <a:ext cx="11457432" cy="914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3200"/>
              <a:buFont typeface="Arial"/>
              <a:buNone/>
            </a:pPr>
            <a:r>
              <a:rPr lang="en-US"/>
              <a:t>Agenda </a:t>
            </a:r>
            <a:br>
              <a:rPr lang="en-US"/>
            </a:br>
            <a:r>
              <a:rPr b="0" lang="en-US" sz="2400"/>
              <a:t>Let’s get started</a:t>
            </a:r>
            <a:endParaRPr/>
          </a:p>
        </p:txBody>
      </p:sp>
      <p:sp>
        <p:nvSpPr>
          <p:cNvPr id="312" name="Google Shape;312;p2"/>
          <p:cNvSpPr txBox="1"/>
          <p:nvPr>
            <p:ph idx="1" type="body"/>
          </p:nvPr>
        </p:nvSpPr>
        <p:spPr>
          <a:xfrm>
            <a:off x="365125" y="2011675"/>
            <a:ext cx="1122900" cy="8376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6000"/>
              <a:buNone/>
            </a:pPr>
            <a:r>
              <a:rPr lang="en-US"/>
              <a:t>01</a:t>
            </a:r>
            <a:endParaRPr/>
          </a:p>
        </p:txBody>
      </p:sp>
      <p:sp>
        <p:nvSpPr>
          <p:cNvPr id="313" name="Google Shape;313;p2"/>
          <p:cNvSpPr txBox="1"/>
          <p:nvPr>
            <p:ph idx="2" type="body"/>
          </p:nvPr>
        </p:nvSpPr>
        <p:spPr>
          <a:xfrm>
            <a:off x="1326515" y="2011680"/>
            <a:ext cx="2651760" cy="914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600"/>
              <a:buFont typeface="Arial"/>
              <a:buNone/>
            </a:pPr>
            <a:r>
              <a:rPr lang="en-US"/>
              <a:t>Our Solution </a:t>
            </a:r>
            <a:endParaRPr/>
          </a:p>
          <a:p>
            <a:pPr indent="0" lvl="1" marL="0" rtl="0" algn="l">
              <a:lnSpc>
                <a:spcPct val="100000"/>
              </a:lnSpc>
              <a:spcBef>
                <a:spcPts val="0"/>
              </a:spcBef>
              <a:spcAft>
                <a:spcPts val="0"/>
              </a:spcAft>
              <a:buClr>
                <a:schemeClr val="dk1"/>
              </a:buClr>
              <a:buSzPts val="1400"/>
              <a:buNone/>
            </a:pPr>
            <a:r>
              <a:rPr lang="en-US"/>
              <a:t>Our Problem Statement and Our Solution.</a:t>
            </a:r>
            <a:endParaRPr/>
          </a:p>
        </p:txBody>
      </p:sp>
      <p:sp>
        <p:nvSpPr>
          <p:cNvPr id="314" name="Google Shape;314;p2"/>
          <p:cNvSpPr txBox="1"/>
          <p:nvPr>
            <p:ph idx="3" type="body"/>
          </p:nvPr>
        </p:nvSpPr>
        <p:spPr>
          <a:xfrm>
            <a:off x="4116698" y="1934900"/>
            <a:ext cx="1055700" cy="9144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6000"/>
              <a:buNone/>
            </a:pPr>
            <a:r>
              <a:rPr lang="en-US"/>
              <a:t>02</a:t>
            </a:r>
            <a:endParaRPr/>
          </a:p>
        </p:txBody>
      </p:sp>
      <p:sp>
        <p:nvSpPr>
          <p:cNvPr id="315" name="Google Shape;315;p2"/>
          <p:cNvSpPr txBox="1"/>
          <p:nvPr>
            <p:ph idx="4" type="body"/>
          </p:nvPr>
        </p:nvSpPr>
        <p:spPr>
          <a:xfrm>
            <a:off x="5078099" y="1934905"/>
            <a:ext cx="2651760" cy="914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600"/>
              <a:buFont typeface="Arial"/>
              <a:buNone/>
            </a:pPr>
            <a:r>
              <a:rPr lang="en-US"/>
              <a:t>The Three Pillars</a:t>
            </a:r>
            <a:endParaRPr/>
          </a:p>
          <a:p>
            <a:pPr indent="0" lvl="1" marL="0" rtl="0" algn="l">
              <a:lnSpc>
                <a:spcPct val="100000"/>
              </a:lnSpc>
              <a:spcBef>
                <a:spcPts val="0"/>
              </a:spcBef>
              <a:spcAft>
                <a:spcPts val="0"/>
              </a:spcAft>
              <a:buClr>
                <a:schemeClr val="dk1"/>
              </a:buClr>
              <a:buSzPts val="1400"/>
              <a:buNone/>
            </a:pPr>
            <a:r>
              <a:rPr lang="en-US"/>
              <a:t>Addressing the Three Pillars of the UST Hackathon.</a:t>
            </a:r>
            <a:endParaRPr/>
          </a:p>
        </p:txBody>
      </p:sp>
      <p:sp>
        <p:nvSpPr>
          <p:cNvPr id="316" name="Google Shape;316;p2"/>
          <p:cNvSpPr txBox="1"/>
          <p:nvPr>
            <p:ph idx="5" type="body"/>
          </p:nvPr>
        </p:nvSpPr>
        <p:spPr>
          <a:xfrm>
            <a:off x="8035004" y="1934900"/>
            <a:ext cx="1055700" cy="9144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6000"/>
              <a:buNone/>
            </a:pPr>
            <a:r>
              <a:rPr lang="en-US"/>
              <a:t>03</a:t>
            </a:r>
            <a:endParaRPr/>
          </a:p>
        </p:txBody>
      </p:sp>
      <p:sp>
        <p:nvSpPr>
          <p:cNvPr id="317" name="Google Shape;317;p2"/>
          <p:cNvSpPr txBox="1"/>
          <p:nvPr>
            <p:ph idx="6" type="body"/>
          </p:nvPr>
        </p:nvSpPr>
        <p:spPr>
          <a:xfrm>
            <a:off x="8996380" y="1934905"/>
            <a:ext cx="2651760" cy="914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600"/>
              <a:buFont typeface="Arial"/>
              <a:buNone/>
            </a:pPr>
            <a:r>
              <a:rPr lang="en-US"/>
              <a:t>Demo </a:t>
            </a:r>
            <a:endParaRPr/>
          </a:p>
          <a:p>
            <a:pPr indent="0" lvl="1" marL="0" rtl="0" algn="l">
              <a:lnSpc>
                <a:spcPct val="100000"/>
              </a:lnSpc>
              <a:spcBef>
                <a:spcPts val="0"/>
              </a:spcBef>
              <a:spcAft>
                <a:spcPts val="0"/>
              </a:spcAft>
              <a:buClr>
                <a:schemeClr val="dk1"/>
              </a:buClr>
              <a:buSzPts val="1400"/>
              <a:buNone/>
            </a:pPr>
            <a:r>
              <a:rPr lang="en-US"/>
              <a:t>Demonstration of our optimizer.</a:t>
            </a:r>
            <a:endParaRPr/>
          </a:p>
        </p:txBody>
      </p:sp>
      <p:sp>
        <p:nvSpPr>
          <p:cNvPr id="318" name="Google Shape;318;p2"/>
          <p:cNvSpPr txBox="1"/>
          <p:nvPr>
            <p:ph idx="7" type="body"/>
          </p:nvPr>
        </p:nvSpPr>
        <p:spPr>
          <a:xfrm>
            <a:off x="365125" y="3657600"/>
            <a:ext cx="1055700" cy="9144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6000"/>
              <a:buNone/>
            </a:pPr>
            <a:r>
              <a:rPr lang="en-US"/>
              <a:t>04</a:t>
            </a:r>
            <a:endParaRPr/>
          </a:p>
        </p:txBody>
      </p:sp>
      <p:sp>
        <p:nvSpPr>
          <p:cNvPr id="319" name="Google Shape;319;p2"/>
          <p:cNvSpPr txBox="1"/>
          <p:nvPr>
            <p:ph idx="8" type="body"/>
          </p:nvPr>
        </p:nvSpPr>
        <p:spPr>
          <a:xfrm>
            <a:off x="1326515" y="3657600"/>
            <a:ext cx="2651760" cy="914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600"/>
              <a:buFont typeface="Arial"/>
              <a:buNone/>
            </a:pPr>
            <a:r>
              <a:rPr lang="en-US"/>
              <a:t>Future Implementations</a:t>
            </a:r>
            <a:endParaRPr/>
          </a:p>
          <a:p>
            <a:pPr indent="0" lvl="1" marL="0" rtl="0" algn="l">
              <a:lnSpc>
                <a:spcPct val="100000"/>
              </a:lnSpc>
              <a:spcBef>
                <a:spcPts val="0"/>
              </a:spcBef>
              <a:spcAft>
                <a:spcPts val="0"/>
              </a:spcAft>
              <a:buClr>
                <a:schemeClr val="dk1"/>
              </a:buClr>
              <a:buSzPts val="1400"/>
              <a:buNone/>
            </a:pPr>
            <a:r>
              <a:rPr lang="en-US"/>
              <a:t>The scablilty and importance.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CE1"/>
        </a:solidFill>
      </p:bgPr>
    </p:bg>
    <p:spTree>
      <p:nvGrpSpPr>
        <p:cNvPr id="323" name="Shape 323"/>
        <p:cNvGrpSpPr/>
        <p:nvPr/>
      </p:nvGrpSpPr>
      <p:grpSpPr>
        <a:xfrm>
          <a:off x="0" y="0"/>
          <a:ext cx="0" cy="0"/>
          <a:chOff x="0" y="0"/>
          <a:chExt cx="0" cy="0"/>
        </a:xfrm>
      </p:grpSpPr>
      <p:sp>
        <p:nvSpPr>
          <p:cNvPr id="324" name="Google Shape;324;p3"/>
          <p:cNvSpPr txBox="1"/>
          <p:nvPr>
            <p:ph type="title"/>
          </p:nvPr>
        </p:nvSpPr>
        <p:spPr>
          <a:xfrm>
            <a:off x="365760" y="365760"/>
            <a:ext cx="11457432" cy="914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3200"/>
              <a:buFont typeface="Arial"/>
              <a:buNone/>
            </a:pPr>
            <a:r>
              <a:rPr lang="en-US"/>
              <a:t>Problem Statement and Solution</a:t>
            </a:r>
            <a:br>
              <a:rPr lang="en-US"/>
            </a:br>
            <a:endParaRPr sz="2400"/>
          </a:p>
        </p:txBody>
      </p:sp>
      <p:sp>
        <p:nvSpPr>
          <p:cNvPr id="325" name="Google Shape;325;p3"/>
          <p:cNvSpPr txBox="1"/>
          <p:nvPr>
            <p:ph idx="1" type="body"/>
          </p:nvPr>
        </p:nvSpPr>
        <p:spPr>
          <a:xfrm>
            <a:off x="368809" y="1191837"/>
            <a:ext cx="5577840" cy="425196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dk1"/>
              </a:buClr>
              <a:buSzPts val="1600"/>
              <a:buNone/>
            </a:pPr>
            <a:r>
              <a:rPr lang="en-US" sz="1600" u="sng"/>
              <a:t>Problem Statement</a:t>
            </a:r>
            <a:endParaRPr/>
          </a:p>
          <a:p>
            <a:pPr indent="0" lvl="0" marL="0" rtl="0" algn="l">
              <a:lnSpc>
                <a:spcPct val="100000"/>
              </a:lnSpc>
              <a:spcBef>
                <a:spcPts val="1200"/>
              </a:spcBef>
              <a:spcAft>
                <a:spcPts val="0"/>
              </a:spcAft>
              <a:buClr>
                <a:schemeClr val="dk1"/>
              </a:buClr>
              <a:buSzPts val="1600"/>
              <a:buNone/>
            </a:pPr>
            <a:r>
              <a:rPr lang="en-US" sz="1600"/>
              <a:t>Hospitals and ERs face recurring issues: long wait times, staff burnout, uneven resource use, and lack of transparency for patients.</a:t>
            </a:r>
            <a:endParaRPr/>
          </a:p>
        </p:txBody>
      </p:sp>
      <p:sp>
        <p:nvSpPr>
          <p:cNvPr id="326" name="Google Shape;326;p3"/>
          <p:cNvSpPr txBox="1"/>
          <p:nvPr>
            <p:ph idx="2" type="body"/>
          </p:nvPr>
        </p:nvSpPr>
        <p:spPr>
          <a:xfrm>
            <a:off x="6245351" y="1183211"/>
            <a:ext cx="5577840" cy="425196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dk1"/>
              </a:buClr>
              <a:buSzPts val="1600"/>
              <a:buNone/>
            </a:pPr>
            <a:r>
              <a:rPr lang="en-US" sz="1600" u="sng"/>
              <a:t>Solution</a:t>
            </a:r>
            <a:endParaRPr/>
          </a:p>
          <a:p>
            <a:pPr indent="-182880" lvl="0" marL="182880" rtl="0" algn="l">
              <a:lnSpc>
                <a:spcPct val="100000"/>
              </a:lnSpc>
              <a:spcBef>
                <a:spcPts val="1200"/>
              </a:spcBef>
              <a:spcAft>
                <a:spcPts val="0"/>
              </a:spcAft>
              <a:buClr>
                <a:schemeClr val="dk1"/>
              </a:buClr>
              <a:buSzPts val="1600"/>
              <a:buChar char="•"/>
            </a:pPr>
            <a:r>
              <a:rPr lang="en-US" sz="1600"/>
              <a:t>Our Smart Healthcare Optimizer uses AI and quantum-inspired optimization to eliminate delays and ensure every patient is directed to the right doctor, room, and treatment instantly.</a:t>
            </a:r>
            <a:endParaRPr/>
          </a:p>
          <a:p>
            <a:pPr indent="-182880" lvl="0" marL="182880" rtl="0" algn="l">
              <a:lnSpc>
                <a:spcPct val="100000"/>
              </a:lnSpc>
              <a:spcBef>
                <a:spcPts val="1200"/>
              </a:spcBef>
              <a:spcAft>
                <a:spcPts val="0"/>
              </a:spcAft>
              <a:buClr>
                <a:schemeClr val="dk1"/>
              </a:buClr>
              <a:buSzPts val="1600"/>
              <a:buChar char="•"/>
            </a:pPr>
            <a:r>
              <a:rPr lang="en-US" sz="1600"/>
              <a:t>By combining predictive models, ethical data sharing, and modern optimization, we forecast patient inflow, dynamically allocate staff/equipment, and fairly prioritize critical cases.</a:t>
            </a:r>
            <a:endParaRPr/>
          </a:p>
          <a:p>
            <a:pPr indent="-182880" lvl="0" marL="182880" rtl="0" algn="l">
              <a:lnSpc>
                <a:spcPct val="100000"/>
              </a:lnSpc>
              <a:spcBef>
                <a:spcPts val="1200"/>
              </a:spcBef>
              <a:spcAft>
                <a:spcPts val="0"/>
              </a:spcAft>
              <a:buClr>
                <a:schemeClr val="dk1"/>
              </a:buClr>
              <a:buSzPts val="1600"/>
              <a:buChar char="•"/>
            </a:pPr>
            <a:r>
              <a:rPr lang="en-US" sz="1600"/>
              <a:t>This integrated, secure, and transparent system makes healthcare smarter, more efficient, and more sustainable — aligning with all three pillars of the UST Hackathon.</a:t>
            </a:r>
            <a:endParaRPr/>
          </a:p>
        </p:txBody>
      </p:sp>
      <p:cxnSp>
        <p:nvCxnSpPr>
          <p:cNvPr id="327" name="Google Shape;327;p3"/>
          <p:cNvCxnSpPr/>
          <p:nvPr/>
        </p:nvCxnSpPr>
        <p:spPr>
          <a:xfrm>
            <a:off x="365760" y="774485"/>
            <a:ext cx="6257229" cy="0"/>
          </a:xfrm>
          <a:prstGeom prst="straightConnector1">
            <a:avLst/>
          </a:prstGeom>
          <a:noFill/>
          <a:ln cap="flat" cmpd="sng" w="28575">
            <a:solidFill>
              <a:schemeClr val="accent1"/>
            </a:solidFill>
            <a:prstDash val="solid"/>
            <a:round/>
            <a:headEnd len="sm" w="sm" type="none"/>
            <a:tailEnd len="sm" w="sm" type="none"/>
          </a:ln>
        </p:spPr>
      </p:cxnSp>
      <p:pic>
        <p:nvPicPr>
          <p:cNvPr descr="A black background with a black square&#10;&#10;AI-generated content may be incorrect." id="328" name="Google Shape;328;p3"/>
          <p:cNvPicPr preferRelativeResize="0"/>
          <p:nvPr/>
        </p:nvPicPr>
        <p:blipFill rotWithShape="1">
          <a:blip r:embed="rId3">
            <a:alphaModFix/>
          </a:blip>
          <a:srcRect b="14872" l="6153" r="6462" t="0"/>
          <a:stretch/>
        </p:blipFill>
        <p:spPr>
          <a:xfrm>
            <a:off x="1276708" y="2485981"/>
            <a:ext cx="2924355" cy="2848799"/>
          </a:xfrm>
          <a:prstGeom prst="rect">
            <a:avLst/>
          </a:prstGeom>
          <a:noFill/>
          <a:ln>
            <a:noFill/>
          </a:ln>
        </p:spPr>
      </p:pic>
      <p:pic>
        <p:nvPicPr>
          <p:cNvPr descr="A black background with a black square&#10;&#10;AI-generated content may be incorrect." id="329" name="Google Shape;329;p3"/>
          <p:cNvPicPr preferRelativeResize="0"/>
          <p:nvPr/>
        </p:nvPicPr>
        <p:blipFill rotWithShape="1">
          <a:blip r:embed="rId4">
            <a:alphaModFix/>
          </a:blip>
          <a:srcRect b="17590" l="13817" r="14118" t="4057"/>
          <a:stretch/>
        </p:blipFill>
        <p:spPr>
          <a:xfrm>
            <a:off x="7823315" y="4374121"/>
            <a:ext cx="1967667" cy="213935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CE1"/>
        </a:solidFill>
      </p:bgPr>
    </p:bg>
    <p:spTree>
      <p:nvGrpSpPr>
        <p:cNvPr id="334" name="Shape 334"/>
        <p:cNvGrpSpPr/>
        <p:nvPr/>
      </p:nvGrpSpPr>
      <p:grpSpPr>
        <a:xfrm>
          <a:off x="0" y="0"/>
          <a:ext cx="0" cy="0"/>
          <a:chOff x="0" y="0"/>
          <a:chExt cx="0" cy="0"/>
        </a:xfrm>
      </p:grpSpPr>
      <p:sp>
        <p:nvSpPr>
          <p:cNvPr id="335" name="Google Shape;335;p4"/>
          <p:cNvSpPr txBox="1"/>
          <p:nvPr>
            <p:ph type="title"/>
          </p:nvPr>
        </p:nvSpPr>
        <p:spPr>
          <a:xfrm>
            <a:off x="365760" y="365760"/>
            <a:ext cx="11457432" cy="914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3200"/>
              <a:buFont typeface="Arial"/>
              <a:buNone/>
            </a:pPr>
            <a:r>
              <a:rPr lang="en-US"/>
              <a:t>Three Pillars </a:t>
            </a:r>
            <a:br>
              <a:rPr lang="en-US"/>
            </a:br>
            <a:endParaRPr b="0" sz="2400"/>
          </a:p>
        </p:txBody>
      </p:sp>
      <p:sp>
        <p:nvSpPr>
          <p:cNvPr id="336" name="Google Shape;336;p4"/>
          <p:cNvSpPr txBox="1"/>
          <p:nvPr>
            <p:ph idx="2" type="body"/>
          </p:nvPr>
        </p:nvSpPr>
        <p:spPr>
          <a:xfrm>
            <a:off x="967408" y="2907904"/>
            <a:ext cx="2481819" cy="2682815"/>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dk1"/>
              </a:buClr>
              <a:buSzPts val="1600"/>
              <a:buNone/>
            </a:pPr>
            <a:r>
              <a:rPr b="1" lang="en-US"/>
              <a:t>Integration of AI </a:t>
            </a:r>
            <a:endParaRPr/>
          </a:p>
          <a:p>
            <a:pPr indent="0" lvl="0" marL="0" rtl="0" algn="l">
              <a:lnSpc>
                <a:spcPct val="100000"/>
              </a:lnSpc>
              <a:spcBef>
                <a:spcPts val="1200"/>
              </a:spcBef>
              <a:spcAft>
                <a:spcPts val="0"/>
              </a:spcAft>
              <a:buClr>
                <a:schemeClr val="dk1"/>
              </a:buClr>
              <a:buSzPts val="1600"/>
              <a:buNone/>
            </a:pPr>
            <a:r>
              <a:rPr lang="en-US"/>
              <a:t>Utilizing AI concepts to forecast whether there is busy traffic in time slots. In doing so, patients can choose an appropriate time and be seen promptly.</a:t>
            </a:r>
            <a:endParaRPr/>
          </a:p>
        </p:txBody>
      </p:sp>
      <p:sp>
        <p:nvSpPr>
          <p:cNvPr id="337" name="Google Shape;337;p4"/>
          <p:cNvSpPr txBox="1"/>
          <p:nvPr>
            <p:ph idx="3" type="body"/>
          </p:nvPr>
        </p:nvSpPr>
        <p:spPr>
          <a:xfrm>
            <a:off x="4621366" y="2907904"/>
            <a:ext cx="2481819" cy="2682815"/>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dk1"/>
              </a:buClr>
              <a:buSzPts val="1600"/>
              <a:buNone/>
            </a:pPr>
            <a:r>
              <a:rPr b="1" lang="en-US"/>
              <a:t>Data Ecosystems</a:t>
            </a:r>
            <a:endParaRPr/>
          </a:p>
          <a:p>
            <a:pPr indent="0" lvl="0" marL="0" rtl="0" algn="l">
              <a:lnSpc>
                <a:spcPct val="100000"/>
              </a:lnSpc>
              <a:spcBef>
                <a:spcPts val="1200"/>
              </a:spcBef>
              <a:spcAft>
                <a:spcPts val="0"/>
              </a:spcAft>
              <a:buClr>
                <a:schemeClr val="dk1"/>
              </a:buClr>
              <a:buSzPts val="1600"/>
              <a:buNone/>
            </a:pPr>
            <a:r>
              <a:rPr lang="en-US"/>
              <a:t>Integrating and managing diverse healthcare data sources to provide a unified, real-time view, supporting smarter operational and clinical decisions.</a:t>
            </a:r>
            <a:r>
              <a:rPr b="1" lang="en-US"/>
              <a:t> </a:t>
            </a:r>
            <a:endParaRPr/>
          </a:p>
          <a:p>
            <a:pPr indent="0" lvl="0" marL="0" rtl="0" algn="l">
              <a:lnSpc>
                <a:spcPct val="100000"/>
              </a:lnSpc>
              <a:spcBef>
                <a:spcPts val="1200"/>
              </a:spcBef>
              <a:spcAft>
                <a:spcPts val="0"/>
              </a:spcAft>
              <a:buClr>
                <a:schemeClr val="dk1"/>
              </a:buClr>
              <a:buSzPts val="1600"/>
              <a:buNone/>
            </a:pPr>
            <a:r>
              <a:t/>
            </a:r>
            <a:endParaRPr b="1"/>
          </a:p>
          <a:p>
            <a:pPr indent="0" lvl="0" marL="0" rtl="0" algn="l">
              <a:lnSpc>
                <a:spcPct val="100000"/>
              </a:lnSpc>
              <a:spcBef>
                <a:spcPts val="1200"/>
              </a:spcBef>
              <a:spcAft>
                <a:spcPts val="0"/>
              </a:spcAft>
              <a:buClr>
                <a:schemeClr val="dk1"/>
              </a:buClr>
              <a:buSzPts val="1600"/>
              <a:buNone/>
            </a:pPr>
            <a:r>
              <a:t/>
            </a:r>
            <a:endParaRPr b="1"/>
          </a:p>
          <a:p>
            <a:pPr indent="0" lvl="0" marL="0" rtl="0" algn="l">
              <a:lnSpc>
                <a:spcPct val="100000"/>
              </a:lnSpc>
              <a:spcBef>
                <a:spcPts val="1200"/>
              </a:spcBef>
              <a:spcAft>
                <a:spcPts val="0"/>
              </a:spcAft>
              <a:buClr>
                <a:schemeClr val="dk1"/>
              </a:buClr>
              <a:buSzPts val="1600"/>
              <a:buNone/>
            </a:pPr>
            <a:r>
              <a:t/>
            </a:r>
            <a:endParaRPr b="1"/>
          </a:p>
        </p:txBody>
      </p:sp>
      <p:sp>
        <p:nvSpPr>
          <p:cNvPr id="338" name="Google Shape;338;p4"/>
          <p:cNvSpPr txBox="1"/>
          <p:nvPr>
            <p:ph idx="4" type="body"/>
          </p:nvPr>
        </p:nvSpPr>
        <p:spPr>
          <a:xfrm>
            <a:off x="8304637" y="2838054"/>
            <a:ext cx="2481819" cy="2682815"/>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dk1"/>
              </a:buClr>
              <a:buSzPts val="1600"/>
              <a:buNone/>
            </a:pPr>
            <a:r>
              <a:rPr b="1" lang="en-US"/>
              <a:t>Quantum Computing </a:t>
            </a:r>
            <a:endParaRPr/>
          </a:p>
          <a:p>
            <a:pPr indent="0" lvl="0" marL="0" rtl="0" algn="l">
              <a:lnSpc>
                <a:spcPct val="100000"/>
              </a:lnSpc>
              <a:spcBef>
                <a:spcPts val="1200"/>
              </a:spcBef>
              <a:spcAft>
                <a:spcPts val="0"/>
              </a:spcAft>
              <a:buClr>
                <a:schemeClr val="dk1"/>
              </a:buClr>
              <a:buSzPts val="1600"/>
              <a:buNone/>
            </a:pPr>
            <a:r>
              <a:rPr lang="en-US"/>
              <a:t>Rapidly assessing and prioritizing patients based on the severity of their conditions, enabling scalable and efficient scheduling decisions spontaneously.</a:t>
            </a:r>
            <a:endParaRPr/>
          </a:p>
        </p:txBody>
      </p:sp>
      <p:pic>
        <p:nvPicPr>
          <p:cNvPr descr="A black background with a black square&#10;&#10;AI-generated content may be incorrect." id="339" name="Google Shape;339;p4"/>
          <p:cNvPicPr preferRelativeResize="0"/>
          <p:nvPr/>
        </p:nvPicPr>
        <p:blipFill rotWithShape="1">
          <a:blip r:embed="rId3">
            <a:alphaModFix/>
          </a:blip>
          <a:srcRect b="15496" l="0" r="0" t="0"/>
          <a:stretch/>
        </p:blipFill>
        <p:spPr>
          <a:xfrm>
            <a:off x="967408" y="1280160"/>
            <a:ext cx="1680423" cy="1420023"/>
          </a:xfrm>
          <a:prstGeom prst="rect">
            <a:avLst/>
          </a:prstGeom>
          <a:noFill/>
          <a:ln>
            <a:noFill/>
          </a:ln>
        </p:spPr>
      </p:pic>
      <p:pic>
        <p:nvPicPr>
          <p:cNvPr descr="A black background with a black square&#10;&#10;AI-generated content may be incorrect." id="340" name="Google Shape;340;p4"/>
          <p:cNvPicPr preferRelativeResize="0"/>
          <p:nvPr/>
        </p:nvPicPr>
        <p:blipFill rotWithShape="1">
          <a:blip r:embed="rId4">
            <a:alphaModFix/>
          </a:blip>
          <a:srcRect b="17077" l="9388" r="11218" t="2629"/>
          <a:stretch/>
        </p:blipFill>
        <p:spPr>
          <a:xfrm>
            <a:off x="4822166" y="1280160"/>
            <a:ext cx="1466492" cy="1483116"/>
          </a:xfrm>
          <a:prstGeom prst="rect">
            <a:avLst/>
          </a:prstGeom>
          <a:noFill/>
          <a:ln>
            <a:noFill/>
          </a:ln>
        </p:spPr>
      </p:pic>
      <p:pic>
        <p:nvPicPr>
          <p:cNvPr descr="A black background with a black square&#10;&#10;AI-generated content may be incorrect." id="341" name="Google Shape;341;p4"/>
          <p:cNvPicPr preferRelativeResize="0"/>
          <p:nvPr/>
        </p:nvPicPr>
        <p:blipFill rotWithShape="1">
          <a:blip r:embed="rId5">
            <a:alphaModFix/>
          </a:blip>
          <a:srcRect b="12545" l="0" r="0" t="0"/>
          <a:stretch/>
        </p:blipFill>
        <p:spPr>
          <a:xfrm>
            <a:off x="8462993" y="1037993"/>
            <a:ext cx="1972755" cy="1725283"/>
          </a:xfrm>
          <a:prstGeom prst="rect">
            <a:avLst/>
          </a:prstGeom>
          <a:noFill/>
          <a:ln>
            <a:noFill/>
          </a:ln>
        </p:spPr>
      </p:pic>
      <p:cxnSp>
        <p:nvCxnSpPr>
          <p:cNvPr id="342" name="Google Shape;342;p4"/>
          <p:cNvCxnSpPr/>
          <p:nvPr/>
        </p:nvCxnSpPr>
        <p:spPr>
          <a:xfrm>
            <a:off x="428243" y="808990"/>
            <a:ext cx="2427100" cy="0"/>
          </a:xfrm>
          <a:prstGeom prst="straightConnector1">
            <a:avLst/>
          </a:prstGeom>
          <a:noFill/>
          <a:ln cap="flat" cmpd="sng" w="28575">
            <a:solidFill>
              <a:schemeClr val="accent1"/>
            </a:solidFill>
            <a:prstDash val="solid"/>
            <a:round/>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CE1"/>
        </a:solidFill>
      </p:bgPr>
    </p:bg>
    <p:spTree>
      <p:nvGrpSpPr>
        <p:cNvPr id="347" name="Shape 347"/>
        <p:cNvGrpSpPr/>
        <p:nvPr/>
      </p:nvGrpSpPr>
      <p:grpSpPr>
        <a:xfrm>
          <a:off x="0" y="0"/>
          <a:ext cx="0" cy="0"/>
          <a:chOff x="0" y="0"/>
          <a:chExt cx="0" cy="0"/>
        </a:xfrm>
      </p:grpSpPr>
      <p:sp>
        <p:nvSpPr>
          <p:cNvPr id="348" name="Google Shape;348;p5"/>
          <p:cNvSpPr txBox="1"/>
          <p:nvPr>
            <p:ph type="title"/>
          </p:nvPr>
        </p:nvSpPr>
        <p:spPr>
          <a:xfrm>
            <a:off x="365760" y="365760"/>
            <a:ext cx="11457432" cy="914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3200"/>
              <a:buFont typeface="Arial"/>
              <a:buNone/>
            </a:pPr>
            <a:r>
              <a:rPr lang="en-US"/>
              <a:t>Integration Of AI </a:t>
            </a:r>
            <a:endParaRPr/>
          </a:p>
        </p:txBody>
      </p:sp>
      <p:cxnSp>
        <p:nvCxnSpPr>
          <p:cNvPr id="349" name="Google Shape;349;p5"/>
          <p:cNvCxnSpPr>
            <a:stCxn id="348" idx="1"/>
          </p:cNvCxnSpPr>
          <p:nvPr/>
        </p:nvCxnSpPr>
        <p:spPr>
          <a:xfrm flipH="1" rot="10800000">
            <a:off x="365760" y="808860"/>
            <a:ext cx="3162300" cy="14100"/>
          </a:xfrm>
          <a:prstGeom prst="straightConnector1">
            <a:avLst/>
          </a:prstGeom>
          <a:noFill/>
          <a:ln cap="flat" cmpd="sng" w="28575">
            <a:solidFill>
              <a:schemeClr val="accent1"/>
            </a:solidFill>
            <a:prstDash val="solid"/>
            <a:round/>
            <a:headEnd len="sm" w="sm" type="none"/>
            <a:tailEnd len="sm" w="sm" type="none"/>
          </a:ln>
        </p:spPr>
      </p:cxnSp>
      <p:sp>
        <p:nvSpPr>
          <p:cNvPr id="350" name="Google Shape;350;p5"/>
          <p:cNvSpPr txBox="1"/>
          <p:nvPr/>
        </p:nvSpPr>
        <p:spPr>
          <a:xfrm>
            <a:off x="365760" y="1266190"/>
            <a:ext cx="5577840" cy="42519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rPr b="1" lang="en-US" sz="1600">
                <a:solidFill>
                  <a:schemeClr val="dk1"/>
                </a:solidFill>
                <a:latin typeface="Arial"/>
                <a:ea typeface="Arial"/>
                <a:cs typeface="Arial"/>
                <a:sym typeface="Arial"/>
              </a:rPr>
              <a:t>Predictive Insights with Random Forest</a:t>
            </a:r>
            <a:endParaRPr/>
          </a:p>
          <a:p>
            <a:pPr indent="-182880" lvl="0" marL="182880" marR="0" rtl="0" algn="l">
              <a:lnSpc>
                <a:spcPct val="100000"/>
              </a:lnSpc>
              <a:spcBef>
                <a:spcPts val="1200"/>
              </a:spcBef>
              <a:spcAft>
                <a:spcPts val="0"/>
              </a:spcAft>
              <a:buClr>
                <a:schemeClr val="dk1"/>
              </a:buClr>
              <a:buSzPts val="1600"/>
              <a:buFont typeface="Arial"/>
              <a:buChar char="•"/>
            </a:pPr>
            <a:r>
              <a:rPr lang="en-US" sz="1600">
                <a:solidFill>
                  <a:schemeClr val="dk1"/>
                </a:solidFill>
                <a:latin typeface="Arial"/>
                <a:ea typeface="Arial"/>
                <a:cs typeface="Arial"/>
                <a:sym typeface="Arial"/>
              </a:rPr>
              <a:t>Uses Random Forest models to forecast patient severity and expected inflow.</a:t>
            </a:r>
            <a:endParaRPr/>
          </a:p>
          <a:p>
            <a:pPr indent="-182880" lvl="0" marL="182880" marR="0" rtl="0" algn="l">
              <a:lnSpc>
                <a:spcPct val="100000"/>
              </a:lnSpc>
              <a:spcBef>
                <a:spcPts val="1200"/>
              </a:spcBef>
              <a:spcAft>
                <a:spcPts val="0"/>
              </a:spcAft>
              <a:buClr>
                <a:schemeClr val="dk1"/>
              </a:buClr>
              <a:buSzPts val="1600"/>
              <a:buFont typeface="Arial"/>
              <a:buChar char="•"/>
            </a:pPr>
            <a:r>
              <a:rPr lang="en-US" sz="1600">
                <a:solidFill>
                  <a:schemeClr val="dk1"/>
                </a:solidFill>
                <a:latin typeface="Arial"/>
                <a:ea typeface="Arial"/>
                <a:cs typeface="Arial"/>
                <a:sym typeface="Arial"/>
              </a:rPr>
              <a:t>Helps prioritize patients dynamically based on predicted risk and urgency.</a:t>
            </a:r>
            <a:endParaRPr/>
          </a:p>
          <a:p>
            <a:pPr indent="-182880" lvl="0" marL="182880" marR="0" rtl="0" algn="l">
              <a:lnSpc>
                <a:spcPct val="100000"/>
              </a:lnSpc>
              <a:spcBef>
                <a:spcPts val="1200"/>
              </a:spcBef>
              <a:spcAft>
                <a:spcPts val="0"/>
              </a:spcAft>
              <a:buClr>
                <a:schemeClr val="dk1"/>
              </a:buClr>
              <a:buSzPts val="1600"/>
              <a:buFont typeface="Arial"/>
              <a:buChar char="•"/>
            </a:pPr>
            <a:r>
              <a:rPr lang="en-US" sz="1600">
                <a:solidFill>
                  <a:schemeClr val="dk1"/>
                </a:solidFill>
                <a:latin typeface="Arial"/>
                <a:ea typeface="Arial"/>
                <a:cs typeface="Arial"/>
                <a:sym typeface="Arial"/>
              </a:rPr>
              <a:t>Supports data-driven decisions for staff allocation and treatment planning.</a:t>
            </a:r>
            <a:endParaRPr/>
          </a:p>
          <a:p>
            <a:pPr indent="-182880" lvl="0" marL="182880" marR="0" rtl="0" algn="l">
              <a:lnSpc>
                <a:spcPct val="100000"/>
              </a:lnSpc>
              <a:spcBef>
                <a:spcPts val="1200"/>
              </a:spcBef>
              <a:spcAft>
                <a:spcPts val="0"/>
              </a:spcAft>
              <a:buClr>
                <a:schemeClr val="dk1"/>
              </a:buClr>
              <a:buSzPts val="1600"/>
              <a:buFont typeface="Arial"/>
              <a:buChar char="•"/>
            </a:pPr>
            <a:r>
              <a:rPr lang="en-US" sz="1600">
                <a:solidFill>
                  <a:schemeClr val="dk1"/>
                </a:solidFill>
                <a:latin typeface="Arial"/>
                <a:ea typeface="Arial"/>
                <a:cs typeface="Arial"/>
                <a:sym typeface="Arial"/>
              </a:rPr>
              <a:t>Integrates seamlessly with the quantum optimization layer for efficient triage.</a:t>
            </a:r>
            <a:endParaRPr/>
          </a:p>
        </p:txBody>
      </p:sp>
      <p:pic>
        <p:nvPicPr>
          <p:cNvPr descr="AI Integration: Incorporating AI In Your Team AG5" id="351" name="Google Shape;351;p5"/>
          <p:cNvPicPr preferRelativeResize="0"/>
          <p:nvPr/>
        </p:nvPicPr>
        <p:blipFill rotWithShape="1">
          <a:blip r:embed="rId3">
            <a:alphaModFix/>
          </a:blip>
          <a:srcRect b="0" l="0" r="0" t="0"/>
          <a:stretch/>
        </p:blipFill>
        <p:spPr>
          <a:xfrm>
            <a:off x="6094476" y="1266190"/>
            <a:ext cx="5943598" cy="309098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6"/>
          <p:cNvSpPr txBox="1"/>
          <p:nvPr>
            <p:ph type="title"/>
          </p:nvPr>
        </p:nvSpPr>
        <p:spPr>
          <a:xfrm>
            <a:off x="7703388" y="365760"/>
            <a:ext cx="4119803" cy="914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3200"/>
              <a:buFont typeface="Arial"/>
              <a:buNone/>
            </a:pPr>
            <a:r>
              <a:rPr lang="en-US"/>
              <a:t>Quantum Computing</a:t>
            </a:r>
            <a:endParaRPr/>
          </a:p>
        </p:txBody>
      </p:sp>
      <p:cxnSp>
        <p:nvCxnSpPr>
          <p:cNvPr id="358" name="Google Shape;358;p6"/>
          <p:cNvCxnSpPr/>
          <p:nvPr/>
        </p:nvCxnSpPr>
        <p:spPr>
          <a:xfrm rot="10800000">
            <a:off x="7648007" y="808990"/>
            <a:ext cx="4175184" cy="13970"/>
          </a:xfrm>
          <a:prstGeom prst="straightConnector1">
            <a:avLst/>
          </a:prstGeom>
          <a:noFill/>
          <a:ln cap="flat" cmpd="sng" w="28575">
            <a:solidFill>
              <a:schemeClr val="accent1"/>
            </a:solidFill>
            <a:prstDash val="solid"/>
            <a:round/>
            <a:headEnd len="sm" w="sm" type="none"/>
            <a:tailEnd len="sm" w="sm" type="none"/>
          </a:ln>
        </p:spPr>
      </p:cxnSp>
      <p:sp>
        <p:nvSpPr>
          <p:cNvPr id="359" name="Google Shape;359;p6"/>
          <p:cNvSpPr txBox="1"/>
          <p:nvPr/>
        </p:nvSpPr>
        <p:spPr>
          <a:xfrm>
            <a:off x="6550899" y="1154047"/>
            <a:ext cx="5577840" cy="42519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rPr b="1" lang="en-US" sz="1600">
                <a:solidFill>
                  <a:schemeClr val="dk1"/>
                </a:solidFill>
                <a:latin typeface="Arial"/>
                <a:ea typeface="Arial"/>
                <a:cs typeface="Arial"/>
                <a:sym typeface="Arial"/>
              </a:rPr>
              <a:t>Grover-Based Optimization</a:t>
            </a:r>
            <a:endParaRPr/>
          </a:p>
          <a:p>
            <a:pPr indent="-182880" lvl="0" marL="182880" marR="0" rtl="0" algn="l">
              <a:lnSpc>
                <a:spcPct val="100000"/>
              </a:lnSpc>
              <a:spcBef>
                <a:spcPts val="1200"/>
              </a:spcBef>
              <a:spcAft>
                <a:spcPts val="0"/>
              </a:spcAft>
              <a:buClr>
                <a:schemeClr val="dk1"/>
              </a:buClr>
              <a:buSzPts val="1600"/>
              <a:buFont typeface="Arial"/>
              <a:buChar char="•"/>
            </a:pPr>
            <a:r>
              <a:rPr lang="en-US" sz="1600">
                <a:solidFill>
                  <a:schemeClr val="dk1"/>
                </a:solidFill>
                <a:latin typeface="Arial"/>
                <a:ea typeface="Arial"/>
                <a:cs typeface="Arial"/>
                <a:sym typeface="Arial"/>
              </a:rPr>
              <a:t>Grover’s algorithm is used to efficiently find top-priority patients in large datasets.</a:t>
            </a:r>
            <a:endParaRPr/>
          </a:p>
          <a:p>
            <a:pPr indent="-182880" lvl="0" marL="182880" marR="0" rtl="0" algn="l">
              <a:lnSpc>
                <a:spcPct val="100000"/>
              </a:lnSpc>
              <a:spcBef>
                <a:spcPts val="1200"/>
              </a:spcBef>
              <a:spcAft>
                <a:spcPts val="0"/>
              </a:spcAft>
              <a:buClr>
                <a:schemeClr val="dk1"/>
              </a:buClr>
              <a:buSzPts val="1600"/>
              <a:buFont typeface="Arial"/>
              <a:buChar char="•"/>
            </a:pPr>
            <a:r>
              <a:rPr lang="en-US" sz="1600">
                <a:solidFill>
                  <a:schemeClr val="dk1"/>
                </a:solidFill>
                <a:latin typeface="Arial"/>
                <a:ea typeface="Arial"/>
                <a:cs typeface="Arial"/>
                <a:sym typeface="Arial"/>
              </a:rPr>
              <a:t>It offers quadratic speedup over classical search, making it faster and more accurate.</a:t>
            </a:r>
            <a:endParaRPr/>
          </a:p>
          <a:p>
            <a:pPr indent="-182880" lvl="0" marL="182880" marR="0" rtl="0" algn="l">
              <a:lnSpc>
                <a:spcPct val="100000"/>
              </a:lnSpc>
              <a:spcBef>
                <a:spcPts val="1200"/>
              </a:spcBef>
              <a:spcAft>
                <a:spcPts val="0"/>
              </a:spcAft>
              <a:buClr>
                <a:schemeClr val="dk1"/>
              </a:buClr>
              <a:buSzPts val="1600"/>
              <a:buFont typeface="Arial"/>
              <a:buChar char="•"/>
            </a:pPr>
            <a:r>
              <a:rPr lang="en-US" sz="1600">
                <a:solidFill>
                  <a:schemeClr val="dk1"/>
                </a:solidFill>
                <a:latin typeface="Arial"/>
                <a:ea typeface="Arial"/>
                <a:cs typeface="Arial"/>
                <a:sym typeface="Arial"/>
              </a:rPr>
              <a:t>Excels in highlighting critical cases where classical methods may take longer.</a:t>
            </a:r>
            <a:endParaRPr/>
          </a:p>
          <a:p>
            <a:pPr indent="-182880" lvl="0" marL="182880" marR="0" rtl="0" algn="l">
              <a:lnSpc>
                <a:spcPct val="100000"/>
              </a:lnSpc>
              <a:spcBef>
                <a:spcPts val="1200"/>
              </a:spcBef>
              <a:spcAft>
                <a:spcPts val="0"/>
              </a:spcAft>
              <a:buClr>
                <a:schemeClr val="dk1"/>
              </a:buClr>
              <a:buSzPts val="1600"/>
              <a:buFont typeface="Arial"/>
              <a:buChar char="•"/>
            </a:pPr>
            <a:r>
              <a:rPr lang="en-US" sz="1600">
                <a:solidFill>
                  <a:schemeClr val="dk1"/>
                </a:solidFill>
                <a:latin typeface="Arial"/>
                <a:ea typeface="Arial"/>
                <a:cs typeface="Arial"/>
                <a:sym typeface="Arial"/>
              </a:rPr>
              <a:t>Works together with AI predictions for optimal patient allocation and scheduling.</a:t>
            </a:r>
            <a:endParaRPr/>
          </a:p>
        </p:txBody>
      </p:sp>
      <p:pic>
        <p:nvPicPr>
          <p:cNvPr descr="The Quantum Hype: Facts v/s Fiction | by Shreya Satsangi | Medium" id="360" name="Google Shape;360;p6"/>
          <p:cNvPicPr preferRelativeResize="0"/>
          <p:nvPr/>
        </p:nvPicPr>
        <p:blipFill rotWithShape="1">
          <a:blip r:embed="rId3">
            <a:alphaModFix/>
          </a:blip>
          <a:srcRect b="0" l="0" r="0" t="0"/>
          <a:stretch/>
        </p:blipFill>
        <p:spPr>
          <a:xfrm>
            <a:off x="553887" y="677833"/>
            <a:ext cx="4965605" cy="517087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7"/>
          <p:cNvSpPr txBox="1"/>
          <p:nvPr>
            <p:ph type="title"/>
          </p:nvPr>
        </p:nvSpPr>
        <p:spPr>
          <a:xfrm>
            <a:off x="365760" y="365760"/>
            <a:ext cx="11457432" cy="914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3200"/>
              <a:buFont typeface="Arial"/>
              <a:buNone/>
            </a:pPr>
            <a:r>
              <a:rPr lang="en-US"/>
              <a:t>Demo</a:t>
            </a:r>
            <a:endParaRPr/>
          </a:p>
        </p:txBody>
      </p:sp>
      <p:pic>
        <p:nvPicPr>
          <p:cNvPr id="366" name="Google Shape;366;p7" title="demo_d3.mp4">
            <a:hlinkClick r:id="rId3"/>
          </p:cNvPr>
          <p:cNvPicPr preferRelativeResize="0"/>
          <p:nvPr/>
        </p:nvPicPr>
        <p:blipFill>
          <a:blip r:embed="rId4">
            <a:alphaModFix/>
          </a:blip>
          <a:stretch>
            <a:fillRect/>
          </a:stretch>
        </p:blipFill>
        <p:spPr>
          <a:xfrm>
            <a:off x="2169200" y="581875"/>
            <a:ext cx="8409625" cy="56942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
                                        </p:tgtEl>
                                        <p:attrNameLst>
                                          <p:attrName>style.visibility</p:attrName>
                                        </p:attrNameLst>
                                      </p:cBhvr>
                                      <p:to>
                                        <p:strVal val="visible"/>
                                      </p:to>
                                    </p:set>
                                    <p:animEffect filter="fade" transition="in">
                                      <p:cBhvr>
                                        <p:cTn dur="1000"/>
                                        <p:tgtEl>
                                          <p:spTgt spid="3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CE1"/>
        </a:solidFill>
      </p:bgPr>
    </p:bg>
    <p:spTree>
      <p:nvGrpSpPr>
        <p:cNvPr id="370" name="Shape 370"/>
        <p:cNvGrpSpPr/>
        <p:nvPr/>
      </p:nvGrpSpPr>
      <p:grpSpPr>
        <a:xfrm>
          <a:off x="0" y="0"/>
          <a:ext cx="0" cy="0"/>
          <a:chOff x="0" y="0"/>
          <a:chExt cx="0" cy="0"/>
        </a:xfrm>
      </p:grpSpPr>
      <p:sp>
        <p:nvSpPr>
          <p:cNvPr id="371" name="Google Shape;371;p8"/>
          <p:cNvSpPr txBox="1"/>
          <p:nvPr>
            <p:ph type="title"/>
          </p:nvPr>
        </p:nvSpPr>
        <p:spPr>
          <a:xfrm>
            <a:off x="225245" y="239048"/>
            <a:ext cx="8519160" cy="914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3200"/>
              <a:buFont typeface="Arial"/>
              <a:buNone/>
            </a:pPr>
            <a:r>
              <a:rPr lang="en-US"/>
              <a:t>The Next Steps</a:t>
            </a:r>
            <a:br>
              <a:rPr lang="en-US"/>
            </a:br>
            <a:endParaRPr sz="2400"/>
          </a:p>
        </p:txBody>
      </p:sp>
      <p:cxnSp>
        <p:nvCxnSpPr>
          <p:cNvPr id="372" name="Google Shape;372;p8"/>
          <p:cNvCxnSpPr/>
          <p:nvPr/>
        </p:nvCxnSpPr>
        <p:spPr>
          <a:xfrm>
            <a:off x="225245" y="722726"/>
            <a:ext cx="2983781" cy="0"/>
          </a:xfrm>
          <a:prstGeom prst="straightConnector1">
            <a:avLst/>
          </a:prstGeom>
          <a:noFill/>
          <a:ln cap="flat" cmpd="sng" w="28575">
            <a:solidFill>
              <a:schemeClr val="accent1"/>
            </a:solidFill>
            <a:prstDash val="solid"/>
            <a:round/>
            <a:headEnd len="sm" w="sm" type="none"/>
            <a:tailEnd len="sm" w="sm" type="none"/>
          </a:ln>
        </p:spPr>
      </p:cxnSp>
      <p:pic>
        <p:nvPicPr>
          <p:cNvPr id="373" name="Google Shape;373;p8" title="Screenshot 2025-09-27 at 6.45.26 PM.png"/>
          <p:cNvPicPr preferRelativeResize="0"/>
          <p:nvPr/>
        </p:nvPicPr>
        <p:blipFill>
          <a:blip r:embed="rId3">
            <a:alphaModFix/>
          </a:blip>
          <a:stretch>
            <a:fillRect/>
          </a:stretch>
        </p:blipFill>
        <p:spPr>
          <a:xfrm>
            <a:off x="1648050" y="880273"/>
            <a:ext cx="9131692" cy="539975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UST">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UST">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UST">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2020-12-03T20:34:18Z</dcterms:created>
  <dc:creator>GTMServices@ust.com</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0x010100BA556E66F1797549A22F4E9FC24CD075</vt:lpwstr>
  </property>
  <property fmtid="{D5CDD505-2E9C-101B-9397-08002B2CF9AE}" pid="3" name="MSIP_Label_15ffddfa-74ad-4c1f-9757-a38a11902f1c_Enabled">
    <vt:lpwstr>true</vt:lpwstr>
  </property>
  <property fmtid="{D5CDD505-2E9C-101B-9397-08002B2CF9AE}" pid="4" name="MSIP_Label_15ffddfa-74ad-4c1f-9757-a38a11902f1c_SetDate">
    <vt:lpwstr>2025-09-21T07:10:02Z</vt:lpwstr>
  </property>
  <property fmtid="{D5CDD505-2E9C-101B-9397-08002B2CF9AE}" pid="5" name="MSIP_Label_15ffddfa-74ad-4c1f-9757-a38a11902f1c_Method">
    <vt:lpwstr>Standard</vt:lpwstr>
  </property>
  <property fmtid="{D5CDD505-2E9C-101B-9397-08002B2CF9AE}" pid="6" name="MSIP_Label_15ffddfa-74ad-4c1f-9757-a38a11902f1c_Name">
    <vt:lpwstr>UST Internal</vt:lpwstr>
  </property>
  <property fmtid="{D5CDD505-2E9C-101B-9397-08002B2CF9AE}" pid="7" name="MSIP_Label_15ffddfa-74ad-4c1f-9757-a38a11902f1c_SiteId">
    <vt:lpwstr>a4431f4b-c207-4733-9530-34c08a9b2b8d</vt:lpwstr>
  </property>
  <property fmtid="{D5CDD505-2E9C-101B-9397-08002B2CF9AE}" pid="8" name="MSIP_Label_15ffddfa-74ad-4c1f-9757-a38a11902f1c_ActionId">
    <vt:lpwstr>2e7d430e-ef0a-481c-8580-0e8851c6b9d0</vt:lpwstr>
  </property>
  <property fmtid="{D5CDD505-2E9C-101B-9397-08002B2CF9AE}" pid="9" name="MSIP_Label_15ffddfa-74ad-4c1f-9757-a38a11902f1c_ContentBits">
    <vt:lpwstr>0</vt:lpwstr>
  </property>
  <property fmtid="{D5CDD505-2E9C-101B-9397-08002B2CF9AE}" pid="10" name="MSIP_Label_15ffddfa-74ad-4c1f-9757-a38a11902f1c_Tag">
    <vt:lpwstr>10, 3, 0, 1</vt:lpwstr>
  </property>
</Properties>
</file>